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2"/>
  </p:notesMasterIdLst>
  <p:sldIdLst>
    <p:sldId id="277" r:id="rId2"/>
    <p:sldId id="258" r:id="rId3"/>
    <p:sldId id="278" r:id="rId4"/>
    <p:sldId id="260" r:id="rId5"/>
    <p:sldId id="261" r:id="rId6"/>
    <p:sldId id="306" r:id="rId7"/>
    <p:sldId id="263" r:id="rId8"/>
    <p:sldId id="264" r:id="rId9"/>
    <p:sldId id="270" r:id="rId10"/>
    <p:sldId id="307" r:id="rId11"/>
    <p:sldId id="308" r:id="rId12"/>
    <p:sldId id="272" r:id="rId13"/>
    <p:sldId id="318" r:id="rId14"/>
    <p:sldId id="309" r:id="rId15"/>
    <p:sldId id="310" r:id="rId16"/>
    <p:sldId id="321" r:id="rId17"/>
    <p:sldId id="311" r:id="rId18"/>
    <p:sldId id="322" r:id="rId19"/>
    <p:sldId id="313" r:id="rId20"/>
    <p:sldId id="312" r:id="rId21"/>
    <p:sldId id="320" r:id="rId22"/>
    <p:sldId id="315" r:id="rId23"/>
    <p:sldId id="319" r:id="rId24"/>
    <p:sldId id="316" r:id="rId25"/>
    <p:sldId id="323" r:id="rId26"/>
    <p:sldId id="324" r:id="rId27"/>
    <p:sldId id="325" r:id="rId28"/>
    <p:sldId id="326" r:id="rId29"/>
    <p:sldId id="327" r:id="rId30"/>
    <p:sldId id="31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B6BBEF7-9717-4733-A929-535518E6EBF6}">
          <p14:sldIdLst>
            <p14:sldId id="277"/>
            <p14:sldId id="258"/>
          </p14:sldIdLst>
        </p14:section>
        <p14:section name="Author Your Presentation" id="{16378913-E5ED-4281-BAF5-F1F938CB0BED}">
          <p14:sldIdLst>
            <p14:sldId id="278"/>
            <p14:sldId id="260"/>
            <p14:sldId id="261"/>
            <p14:sldId id="306"/>
          </p14:sldIdLst>
        </p14:section>
        <p14:section name="Enrich Your Presentation" id="{E2D565D1-BA5E-44E6-A40E-50A644912248}">
          <p14:sldIdLst>
            <p14:sldId id="263"/>
            <p14:sldId id="264"/>
          </p14:sldIdLst>
        </p14:section>
        <p14:section name="Deliver Your Presentation" id="{71D59651-8EFA-4415-9623-98B4C4A8699C}">
          <p14:sldIdLst>
            <p14:sldId id="270"/>
            <p14:sldId id="307"/>
            <p14:sldId id="308"/>
            <p14:sldId id="272"/>
            <p14:sldId id="318"/>
            <p14:sldId id="309"/>
            <p14:sldId id="310"/>
            <p14:sldId id="321"/>
            <p14:sldId id="311"/>
            <p14:sldId id="322"/>
            <p14:sldId id="313"/>
            <p14:sldId id="312"/>
            <p14:sldId id="320"/>
            <p14:sldId id="315"/>
            <p14:sldId id="319"/>
            <p14:sldId id="316"/>
            <p14:sldId id="323"/>
            <p14:sldId id="324"/>
            <p14:sldId id="325"/>
            <p14:sldId id="326"/>
            <p14:sldId id="327"/>
            <p14:sldId id="317"/>
          </p14:sldIdLst>
        </p14:section>
        <p14:section name="There's More!" id="{2E16B512-814A-4DC1-A986-25475E10E0EF}">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96"/>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2" autoAdjust="0"/>
    <p:restoredTop sz="89825" autoAdjust="0"/>
  </p:normalViewPr>
  <p:slideViewPr>
    <p:cSldViewPr>
      <p:cViewPr>
        <p:scale>
          <a:sx n="80" d="100"/>
          <a:sy n="80" d="100"/>
        </p:scale>
        <p:origin x="-968" y="-16"/>
      </p:cViewPr>
      <p:guideLst>
        <p:guide orient="horz" pos="2160"/>
        <p:guide pos="2880"/>
      </p:guideLst>
    </p:cSldViewPr>
  </p:slideViewPr>
  <p:outlineViewPr>
    <p:cViewPr>
      <p:scale>
        <a:sx n="33" d="100"/>
        <a:sy n="33" d="100"/>
      </p:scale>
      <p:origin x="0" y="198"/>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F830A1-3891-4B82-A120-081866556DA0}" type="datetimeFigureOut">
              <a:rPr lang="en-US" smtClean="0"/>
              <a:pPr/>
              <a:t>12/20/2021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CC9574-A819-4FE4-99A7-1E27AD09ADC2}" type="slidenum">
              <a:rPr lang="en-US" smtClean="0"/>
              <a:pPr/>
              <a:t>‹#›</a:t>
            </a:fld>
            <a:endParaRPr lang="en-US" dirty="0"/>
          </a:p>
        </p:txBody>
      </p:sp>
    </p:spTree>
    <p:extLst>
      <p:ext uri="{BB962C8B-B14F-4D97-AF65-F5344CB8AC3E}">
        <p14:creationId xmlns:p14="http://schemas.microsoft.com/office/powerpoint/2010/main" val="34410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a:t>
            </a:r>
            <a:r>
              <a:rPr lang="en-US" dirty="0" smtClean="0"/>
              <a:t>presentation demonstrates the new capabilities of PowerPoint and it is best viewed in Slide Show. These slides are designed to give you great ideas for the presentations you’ll create in PowerPoint 2010!</a:t>
            </a:r>
          </a:p>
          <a:p>
            <a:endParaRPr lang="en-US" dirty="0" smtClean="0"/>
          </a:p>
          <a:p>
            <a:r>
              <a:rPr lang="en-US" dirty="0" smtClean="0"/>
              <a:t>For more sample templates, click the File tab, and then on the New tab, click Sample Templates.</a:t>
            </a:r>
          </a:p>
        </p:txBody>
      </p:sp>
      <p:sp>
        <p:nvSpPr>
          <p:cNvPr id="4" name="Slide Number Placeholder 3"/>
          <p:cNvSpPr>
            <a:spLocks noGrp="1"/>
          </p:cNvSpPr>
          <p:nvPr>
            <p:ph type="sldNum" sz="quarter" idx="10"/>
          </p:nvPr>
        </p:nvSpPr>
        <p:spPr/>
        <p:txBody>
          <a:bodyPr/>
          <a:lstStyle/>
          <a:p>
            <a:fld id="{58CC9574-A819-4FE4-99A7-1E27AD09ADC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91980-0BF3-461C-95D4-87E094E9751C}"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CC9574-A819-4FE4-99A7-1E27AD09ADC2}"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91980-0BF3-461C-95D4-87E094E9751C}" type="slidenum">
              <a:rPr lang="en-US" smtClean="0">
                <a:solidFill>
                  <a:prstClr val="black"/>
                </a:solidFill>
              </a:rPr>
              <a:pPr/>
              <a:t>4</a:t>
            </a:fld>
            <a:endParaRPr lang="en-US" dirty="0">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91980-0BF3-461C-95D4-87E094E9751C}" type="slidenum">
              <a:rPr lang="en-US" smtClean="0">
                <a:solidFill>
                  <a:prstClr val="black"/>
                </a:solidFill>
              </a:rPr>
              <a:pPr/>
              <a:t>5</a:t>
            </a:fld>
            <a:endParaRPr lang="en-US" dirty="0">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8CC9574-A819-4FE4-99A7-1E27AD09ADC2}" type="slidenum">
              <a:rPr lang="en-US" smtClean="0"/>
              <a:pPr/>
              <a:t>6</a:t>
            </a:fld>
            <a:endParaRPr lang="en-US" dirty="0"/>
          </a:p>
        </p:txBody>
      </p:sp>
    </p:spTree>
    <p:extLst>
      <p:ext uri="{BB962C8B-B14F-4D97-AF65-F5344CB8AC3E}">
        <p14:creationId xmlns:p14="http://schemas.microsoft.com/office/powerpoint/2010/main" val="3259441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91980-0BF3-461C-95D4-87E094E9751C}" type="slidenum">
              <a:rPr lang="en-US" smtClean="0">
                <a:solidFill>
                  <a:prstClr val="black"/>
                </a:solidFill>
              </a:rPr>
              <a:pPr/>
              <a:t>7</a:t>
            </a:fld>
            <a:endParaRPr lang="en-US" dirty="0">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91980-0BF3-461C-95D4-87E094E9751C}" type="slidenum">
              <a:rPr lang="en-US" smtClean="0">
                <a:solidFill>
                  <a:prstClr val="black"/>
                </a:solidFill>
              </a:rPr>
              <a:pPr/>
              <a:t>8</a:t>
            </a:fld>
            <a:endParaRPr lang="en-US" dirty="0">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91980-0BF3-461C-95D4-87E094E9751C}" type="slidenum">
              <a:rPr lang="en-US" smtClean="0">
                <a:solidFill>
                  <a:prstClr val="black"/>
                </a:solidFill>
              </a:rPr>
              <a:pPr/>
              <a:t>9</a:t>
            </a:fld>
            <a:endParaRPr lang="en-US" dirty="0">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91980-0BF3-461C-95D4-87E094E9751C}" type="slidenum">
              <a:rPr lang="en-US" smtClean="0">
                <a:solidFill>
                  <a:prstClr val="black"/>
                </a:solidFill>
              </a:rPr>
              <a:pPr/>
              <a:t>12</a:t>
            </a:fld>
            <a:endParaRPr lang="en-US" dirty="0">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stretch>
            <a:fillRect/>
          </a:stretch>
        </p:blipFill>
        <p:spPr>
          <a:xfrm>
            <a:off x="20548" y="20547"/>
            <a:ext cx="3498527" cy="2825393"/>
          </a:xfrm>
          <a:prstGeom prst="rect">
            <a:avLst/>
          </a:prstGeom>
        </p:spPr>
      </p:pic>
      <p:pic>
        <p:nvPicPr>
          <p:cNvPr id="8" name="Picture 7"/>
          <p:cNvPicPr>
            <a:picLocks noChangeAspect="1"/>
          </p:cNvPicPr>
          <p:nvPr userDrawn="1"/>
        </p:nvPicPr>
        <p:blipFill>
          <a:blip r:embed="rId3" cstate="print"/>
          <a:stretch>
            <a:fillRect/>
          </a:stretch>
        </p:blipFill>
        <p:spPr>
          <a:xfrm>
            <a:off x="3503486" y="20548"/>
            <a:ext cx="5624418" cy="2825496"/>
          </a:xfrm>
          <a:prstGeom prst="rect">
            <a:avLst/>
          </a:prstGeom>
        </p:spPr>
      </p:pic>
      <p:pic>
        <p:nvPicPr>
          <p:cNvPr id="9" name="Picture 8"/>
          <p:cNvPicPr>
            <a:picLocks noChangeAspect="1"/>
          </p:cNvPicPr>
          <p:nvPr userDrawn="1"/>
        </p:nvPicPr>
        <p:blipFill>
          <a:blip r:embed="rId4" cstate="print"/>
          <a:stretch>
            <a:fillRect/>
          </a:stretch>
        </p:blipFill>
        <p:spPr>
          <a:xfrm>
            <a:off x="20923" y="2818500"/>
            <a:ext cx="7668994" cy="2296266"/>
          </a:xfrm>
          <a:prstGeom prst="rect">
            <a:avLst/>
          </a:prstGeom>
        </p:spPr>
      </p:pic>
      <p:pic>
        <p:nvPicPr>
          <p:cNvPr id="10" name="Picture 9"/>
          <p:cNvPicPr>
            <a:picLocks noChangeAspect="1"/>
          </p:cNvPicPr>
          <p:nvPr userDrawn="1"/>
        </p:nvPicPr>
        <p:blipFill>
          <a:blip r:embed="rId5" cstate="print"/>
          <a:stretch>
            <a:fillRect/>
          </a:stretch>
        </p:blipFill>
        <p:spPr>
          <a:xfrm>
            <a:off x="7662119" y="2819400"/>
            <a:ext cx="1461333" cy="2293850"/>
          </a:xfrm>
          <a:prstGeom prst="rect">
            <a:avLst/>
          </a:prstGeom>
        </p:spPr>
      </p:pic>
      <p:pic>
        <p:nvPicPr>
          <p:cNvPr id="11" name="Picture 10"/>
          <p:cNvPicPr>
            <a:picLocks/>
          </p:cNvPicPr>
          <p:nvPr userDrawn="1"/>
        </p:nvPicPr>
        <p:blipFill>
          <a:blip r:embed="rId6" cstate="print"/>
          <a:stretch>
            <a:fillRect/>
          </a:stretch>
        </p:blipFill>
        <p:spPr>
          <a:xfrm>
            <a:off x="20548" y="5089818"/>
            <a:ext cx="9098280" cy="1737360"/>
          </a:xfrm>
          <a:prstGeom prst="rect">
            <a:avLst/>
          </a:prstGeom>
        </p:spPr>
      </p:pic>
      <p:sp>
        <p:nvSpPr>
          <p:cNvPr id="14" name="Rectangle 13"/>
          <p:cNvSpPr/>
          <p:nvPr userDrawn="1"/>
        </p:nvSpPr>
        <p:spPr>
          <a:xfrm>
            <a:off x="8755230" y="2469776"/>
            <a:ext cx="304800" cy="152400"/>
          </a:xfrm>
          <a:prstGeom prst="rect">
            <a:avLst/>
          </a:prstGeom>
          <a:solidFill>
            <a:srgbClr val="F274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47F28"/>
              </a:solidFill>
            </a:endParaRPr>
          </a:p>
        </p:txBody>
      </p:sp>
      <p:sp>
        <p:nvSpPr>
          <p:cNvPr id="4" name="Date Placeholder 3"/>
          <p:cNvSpPr>
            <a:spLocks noGrp="1"/>
          </p:cNvSpPr>
          <p:nvPr>
            <p:ph type="dt" sz="half" idx="10"/>
          </p:nvPr>
        </p:nvSpPr>
        <p:spPr/>
        <p:txBody>
          <a:bodyPr/>
          <a:lstStyle>
            <a:lvl1pPr>
              <a:defRPr>
                <a:solidFill>
                  <a:schemeClr val="bg1"/>
                </a:solidFill>
              </a:defRPr>
            </a:lvl1pPr>
          </a:lstStyle>
          <a:p>
            <a:fld id="{A258050E-B668-4FA7-85AD-C750C80A6E9B}" type="datetimeFigureOut">
              <a:rPr lang="en-US" smtClean="0"/>
              <a:pPr/>
              <a:t>12/20/2021</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240D5ECE-8B49-45CD-BE81-EF81920D1969}" type="slidenum">
              <a:rPr lang="en-US" smtClean="0"/>
              <a:pPr/>
              <a:t>‹#›</a:t>
            </a:fld>
            <a:endParaRPr lang="en-US" dirty="0"/>
          </a:p>
        </p:txBody>
      </p:sp>
      <p:sp>
        <p:nvSpPr>
          <p:cNvPr id="15" name="Text Placeholder 15"/>
          <p:cNvSpPr>
            <a:spLocks noGrp="1"/>
          </p:cNvSpPr>
          <p:nvPr>
            <p:ph type="body" sz="quarter" idx="14" hasCustomPrompt="1"/>
          </p:nvPr>
        </p:nvSpPr>
        <p:spPr>
          <a:xfrm>
            <a:off x="3581400" y="1295400"/>
            <a:ext cx="5105400" cy="1416269"/>
          </a:xfrm>
        </p:spPr>
        <p:txBody>
          <a:bodyPr anchor="b">
            <a:normAutofit/>
          </a:bodyPr>
          <a:lstStyle>
            <a:lvl1pPr algn="r">
              <a:buNone/>
              <a:defRPr lang="en-US" sz="2200" kern="1200" dirty="0" smtClean="0">
                <a:solidFill>
                  <a:schemeClr val="tx1">
                    <a:lumMod val="75000"/>
                    <a:lumOff val="25000"/>
                  </a:schemeClr>
                </a:solidFill>
                <a:latin typeface="Calibri" pitchFamily="34" charset="0"/>
                <a:ea typeface="+mn-ea"/>
                <a:cs typeface="+mn-cs"/>
              </a:defRPr>
            </a:lvl1pPr>
          </a:lstStyle>
          <a:p>
            <a:pPr lvl="0"/>
            <a:r>
              <a:rPr lang="en-US" dirty="0" smtClean="0"/>
              <a:t>Click to edit Master subtitle style</a:t>
            </a:r>
            <a:endParaRPr lang="en-US" dirty="0"/>
          </a:p>
        </p:txBody>
      </p:sp>
      <p:sp>
        <p:nvSpPr>
          <p:cNvPr id="2" name="Title 1"/>
          <p:cNvSpPr>
            <a:spLocks noGrp="1"/>
          </p:cNvSpPr>
          <p:nvPr>
            <p:ph type="title"/>
          </p:nvPr>
        </p:nvSpPr>
        <p:spPr>
          <a:xfrm>
            <a:off x="106344" y="4114800"/>
            <a:ext cx="7315200" cy="914400"/>
          </a:xfrm>
        </p:spPr>
        <p:txBody>
          <a:bodyPr anchor="b" anchorCtr="0">
            <a:normAutofit/>
          </a:bodyPr>
          <a:lstStyle>
            <a:lvl1pPr marL="0" indent="0">
              <a:defRPr lang="en-US" sz="3600" b="1" kern="1200" baseline="0">
                <a:solidFill>
                  <a:schemeClr val="bg1"/>
                </a:solidFill>
                <a:latin typeface="Arial" pitchFamily="34" charset="0"/>
                <a:ea typeface="+mn-ea"/>
                <a:cs typeface="Arial" pitchFamily="34" charset="0"/>
              </a:defRPr>
            </a:lvl1pPr>
          </a:lstStyle>
          <a:p>
            <a:pPr marL="342900" lvl="0" indent="-342900" algn="l" defTabSz="914400" rtl="0" eaLnBrk="1" latinLnBrk="0" hangingPunct="1">
              <a:spcBef>
                <a:spcPct val="20000"/>
              </a:spcBef>
              <a:buFont typeface="Arial" pitchFamily="34" charset="0"/>
              <a:buNone/>
            </a:pPr>
            <a:r>
              <a:rPr lang="en-US" smtClean="0"/>
              <a:t>Click to edit Master title style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3"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 calcmode="lin" valueType="num">
                                      <p:cBhvr additive="base">
                                        <p:cTn id="15"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5">
                                            <p:txEl>
                                              <p:pRg st="0" end="0"/>
                                            </p:txEl>
                                          </p:spTgt>
                                        </p:tgtEl>
                                        <p:attrNameLst>
                                          <p:attrName>ppt_y</p:attrName>
                                        </p:attrNameLst>
                                      </p:cBhvr>
                                      <p:tavLst>
                                        <p:tav tm="0">
                                          <p:val>
                                            <p:strVal val="#ppt_y"/>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0-#ppt_w/2"/>
                                          </p:val>
                                        </p:tav>
                                        <p:tav tm="100000">
                                          <p:val>
                                            <p:strVal val="#ppt_x"/>
                                          </p:val>
                                        </p:tav>
                                      </p:tavLst>
                                    </p:anim>
                                    <p:anim calcmode="lin" valueType="num">
                                      <p:cBhvr additive="base">
                                        <p:cTn id="25" dur="500" fill="hold"/>
                                        <p:tgtEl>
                                          <p:spTgt spid="9"/>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1+#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10" presetClass="entr" presetSubtype="0" fill="hold" grpId="0" nodeType="withEffect">
                                  <p:stCondLst>
                                    <p:cond delay="5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build="p">
        <p:tmplLst>
          <p:tmpl lvl="1">
            <p:tnLst>
              <p:par>
                <p:cTn presetID="2" presetClass="entr" presetSubtype="2"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71800" y="1992354"/>
            <a:ext cx="5867400" cy="1970046"/>
          </a:xfrm>
        </p:spPr>
        <p:txBody>
          <a:bodyPr anchor="ctr">
            <a:normAutofit/>
          </a:bodyPr>
          <a:lstStyle>
            <a:lvl1pPr algn="l">
              <a:defRPr sz="3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381000" y="5105400"/>
            <a:ext cx="8229601" cy="375787"/>
          </a:xfrm>
        </p:spPr>
        <p:txBody>
          <a:bodyPr anchor="b">
            <a:normAutofit/>
          </a:bodyPr>
          <a:lstStyle>
            <a:lvl1pPr marL="0" indent="0" algn="r">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lvl1pPr>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85000"/>
                    <a:lumOff val="15000"/>
                  </a:schemeClr>
                </a:solidFill>
              </a:defRPr>
            </a:lvl1pPr>
          </a:lstStyle>
          <a:p>
            <a:fld id="{240D5ECE-8B49-45CD-BE81-EF81920D1969}" type="slidenum">
              <a:rPr lang="en-US" smtClean="0"/>
              <a:pPr/>
              <a:t>‹#›</a:t>
            </a:fld>
            <a:endParaRPr lang="en-US" dirty="0"/>
          </a:p>
        </p:txBody>
      </p:sp>
      <p:sp>
        <p:nvSpPr>
          <p:cNvPr id="7" name="Oval 6"/>
          <p:cNvSpPr/>
          <p:nvPr userDrawn="1"/>
        </p:nvSpPr>
        <p:spPr>
          <a:xfrm>
            <a:off x="762000" y="1946209"/>
            <a:ext cx="2057400" cy="2057400"/>
          </a:xfrm>
          <a:prstGeom prst="ellipse">
            <a:avLst/>
          </a:prstGeom>
          <a:gradFill flip="none" rotWithShape="1">
            <a:gsLst>
              <a:gs pos="0">
                <a:srgbClr val="F39C29"/>
              </a:gs>
              <a:gs pos="50000">
                <a:srgbClr val="F7931D"/>
              </a:gs>
              <a:gs pos="100000">
                <a:srgbClr val="FF6600"/>
              </a:gs>
            </a:gsLst>
            <a:path path="circle">
              <a:fillToRect l="50000" t="50000" r="50000" b="50000"/>
            </a:path>
            <a:tileRect/>
          </a:gradFill>
          <a:ln w="82550">
            <a:noFill/>
          </a:ln>
          <a:effectLst>
            <a:outerShdw blurRad="152400" dist="165100" dir="5400000" sx="90000" sy="-19000"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
        <p:nvSpPr>
          <p:cNvPr id="8" name="Rectangle 7"/>
          <p:cNvSpPr/>
          <p:nvPr userDrawn="1"/>
        </p:nvSpPr>
        <p:spPr>
          <a:xfrm>
            <a:off x="8686800" y="5265376"/>
            <a:ext cx="457200" cy="9667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6600"/>
                </a:solidFill>
              </a:rPr>
              <a:t>           </a:t>
            </a:r>
            <a:endParaRPr lang="en-US" dirty="0">
              <a:solidFill>
                <a:srgbClr val="FF6600"/>
              </a:solidFill>
            </a:endParaRPr>
          </a:p>
        </p:txBody>
      </p:sp>
      <p:sp>
        <p:nvSpPr>
          <p:cNvPr id="9" name="Oval 8"/>
          <p:cNvSpPr/>
          <p:nvPr userDrawn="1"/>
        </p:nvSpPr>
        <p:spPr>
          <a:xfrm>
            <a:off x="1007328" y="1992354"/>
            <a:ext cx="1583472" cy="1295400"/>
          </a:xfrm>
          <a:prstGeom prst="ellipse">
            <a:avLst/>
          </a:prstGeom>
          <a:gradFill flip="none" rotWithShape="1">
            <a:gsLst>
              <a:gs pos="63000">
                <a:schemeClr val="bg1">
                  <a:alpha val="7000"/>
                </a:schemeClr>
              </a:gs>
              <a:gs pos="72000">
                <a:schemeClr val="bg1">
                  <a:alpha val="15000"/>
                </a:schemeClr>
              </a:gs>
              <a:gs pos="91000">
                <a:schemeClr val="bg1">
                  <a:alpha val="2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3" cstate="print"/>
          <a:srcRect l="2599" r="5874" b="5262"/>
          <a:stretch/>
        </p:blipFill>
        <p:spPr>
          <a:xfrm>
            <a:off x="3530" y="5867400"/>
            <a:ext cx="9144000" cy="1053694"/>
          </a:xfrm>
          <a:prstGeom prst="rect">
            <a:avLst/>
          </a:prstGeom>
        </p:spPr>
      </p:pic>
      <p:sp>
        <p:nvSpPr>
          <p:cNvPr id="2" name="Title 1"/>
          <p:cNvSpPr>
            <a:spLocks noGrp="1"/>
          </p:cNvSpPr>
          <p:nvPr>
            <p:ph type="title"/>
          </p:nvPr>
        </p:nvSpPr>
        <p:spPr>
          <a:xfrm>
            <a:off x="436180" y="76200"/>
            <a:ext cx="8403020" cy="685800"/>
          </a:xfrm>
        </p:spPr>
        <p:txBody>
          <a:bodyPr anchor="ctr" anchorCtr="0">
            <a:normAutofit/>
          </a:bodyPr>
          <a:lstStyle>
            <a:lvl1pPr algn="l">
              <a:defRPr sz="3000" b="0">
                <a:solidFill>
                  <a:schemeClr val="tx1">
                    <a:lumMod val="85000"/>
                    <a:lumOff val="1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solidFill>
                  <a:schemeClr val="tx1">
                    <a:lumMod val="85000"/>
                    <a:lumOff val="15000"/>
                  </a:schemeClr>
                </a:solidFill>
              </a:defRPr>
            </a:lvl1pPr>
          </a:lstStyle>
          <a:p>
            <a:fld id="{A258050E-B668-4FA7-85AD-C750C80A6E9B}" type="datetimeFigureOut">
              <a:rPr lang="en-US" smtClean="0"/>
              <a:pPr/>
              <a:t>12/20/2021</a:t>
            </a:fld>
            <a:endParaRPr lang="en-US" dirty="0"/>
          </a:p>
        </p:txBody>
      </p:sp>
      <p:sp>
        <p:nvSpPr>
          <p:cNvPr id="5" name="Footer Placeholder 4"/>
          <p:cNvSpPr>
            <a:spLocks noGrp="1"/>
          </p:cNvSpPr>
          <p:nvPr>
            <p:ph type="ftr" sz="quarter" idx="11"/>
          </p:nvPr>
        </p:nvSpPr>
        <p:spPr/>
        <p:txBody>
          <a:bodyPr/>
          <a:lstStyle>
            <a:lvl1pPr>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85000"/>
                    <a:lumOff val="15000"/>
                  </a:schemeClr>
                </a:solidFill>
              </a:defRPr>
            </a:lvl1pPr>
          </a:lstStyle>
          <a:p>
            <a:fld id="{240D5ECE-8B49-45CD-BE81-EF81920D1969}"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Emphasis">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solidFill>
                  <a:schemeClr val="tx1">
                    <a:lumMod val="85000"/>
                    <a:lumOff val="15000"/>
                  </a:schemeClr>
                </a:solidFill>
              </a:defRPr>
            </a:lvl1pPr>
          </a:lstStyle>
          <a:p>
            <a:fld id="{A258050E-B668-4FA7-85AD-C750C80A6E9B}" type="datetimeFigureOut">
              <a:rPr lang="en-US" smtClean="0"/>
              <a:pPr/>
              <a:t>12/20/2021</a:t>
            </a:fld>
            <a:endParaRPr lang="en-US" dirty="0"/>
          </a:p>
        </p:txBody>
      </p:sp>
      <p:sp>
        <p:nvSpPr>
          <p:cNvPr id="4" name="Footer Placeholder 3"/>
          <p:cNvSpPr>
            <a:spLocks noGrp="1"/>
          </p:cNvSpPr>
          <p:nvPr>
            <p:ph type="ftr" sz="quarter" idx="11"/>
          </p:nvPr>
        </p:nvSpPr>
        <p:spPr/>
        <p:txBody>
          <a:bodyPr/>
          <a:lstStyle>
            <a:lvl1pPr>
              <a:defRPr>
                <a:solidFill>
                  <a:schemeClr val="tx1">
                    <a:lumMod val="85000"/>
                    <a:lumOff val="15000"/>
                  </a:schemeClr>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1">
                    <a:lumMod val="85000"/>
                    <a:lumOff val="15000"/>
                  </a:schemeClr>
                </a:solidFill>
              </a:defRPr>
            </a:lvl1pPr>
          </a:lstStyle>
          <a:p>
            <a:fld id="{240D5ECE-8B49-45CD-BE81-EF81920D1969}" type="slidenum">
              <a:rPr lang="en-US" smtClean="0"/>
              <a:pPr/>
              <a:t>‹#›</a:t>
            </a:fld>
            <a:endParaRPr lang="en-US" dirty="0"/>
          </a:p>
        </p:txBody>
      </p:sp>
      <p:sp>
        <p:nvSpPr>
          <p:cNvPr id="6" name="Content Placeholder 2"/>
          <p:cNvSpPr>
            <a:spLocks noGrp="1"/>
          </p:cNvSpPr>
          <p:nvPr>
            <p:ph idx="1"/>
          </p:nvPr>
        </p:nvSpPr>
        <p:spPr>
          <a:xfrm>
            <a:off x="457200" y="1600200"/>
            <a:ext cx="8229600" cy="4525963"/>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0999" y="1"/>
            <a:ext cx="7068015" cy="838200"/>
          </a:xfrm>
        </p:spPr>
        <p:txBody>
          <a:bodyPr anchor="b">
            <a:normAutofit/>
          </a:bodyPr>
          <a:lstStyle>
            <a:lvl1pPr algn="l">
              <a:defRPr sz="2800">
                <a:solidFill>
                  <a:schemeClr val="bg1"/>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457200" y="1676402"/>
            <a:ext cx="4038600" cy="3971455"/>
          </a:xfrm>
        </p:spPr>
        <p:txBody>
          <a:bodyPr/>
          <a:lstStyle>
            <a:lvl1pPr>
              <a:defRPr sz="2800">
                <a:solidFill>
                  <a:schemeClr val="tx1">
                    <a:lumMod val="85000"/>
                    <a:lumOff val="15000"/>
                  </a:schemeClr>
                </a:solidFill>
              </a:defRPr>
            </a:lvl1pPr>
            <a:lvl2pPr>
              <a:defRPr sz="2400">
                <a:solidFill>
                  <a:schemeClr val="tx1">
                    <a:lumMod val="85000"/>
                    <a:lumOff val="15000"/>
                  </a:schemeClr>
                </a:solidFill>
              </a:defRPr>
            </a:lvl2pPr>
            <a:lvl3pPr>
              <a:defRPr sz="2000">
                <a:solidFill>
                  <a:schemeClr val="tx1">
                    <a:lumMod val="85000"/>
                    <a:lumOff val="15000"/>
                  </a:schemeClr>
                </a:solidFill>
              </a:defRPr>
            </a:lvl3pPr>
            <a:lvl4pPr>
              <a:defRPr sz="1800">
                <a:solidFill>
                  <a:schemeClr val="tx1">
                    <a:lumMod val="85000"/>
                    <a:lumOff val="15000"/>
                  </a:schemeClr>
                </a:solidFill>
              </a:defRPr>
            </a:lvl4pPr>
            <a:lvl5pPr>
              <a:defRPr sz="1800">
                <a:solidFill>
                  <a:schemeClr val="tx1">
                    <a:lumMod val="85000"/>
                    <a:lumOff val="15000"/>
                  </a:schemeClr>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6400"/>
            <a:ext cx="4038600" cy="3971454"/>
          </a:xfrm>
        </p:spPr>
        <p:txBody>
          <a:bodyPr/>
          <a:lstStyle>
            <a:lvl1pPr>
              <a:defRPr sz="2800">
                <a:solidFill>
                  <a:schemeClr val="tx1">
                    <a:lumMod val="85000"/>
                    <a:lumOff val="15000"/>
                  </a:schemeClr>
                </a:solidFill>
              </a:defRPr>
            </a:lvl1pPr>
            <a:lvl2pPr>
              <a:defRPr sz="2400">
                <a:solidFill>
                  <a:schemeClr val="tx1">
                    <a:lumMod val="85000"/>
                    <a:lumOff val="15000"/>
                  </a:schemeClr>
                </a:solidFill>
              </a:defRPr>
            </a:lvl2pPr>
            <a:lvl3pPr>
              <a:defRPr sz="2000">
                <a:solidFill>
                  <a:schemeClr val="tx1">
                    <a:lumMod val="85000"/>
                    <a:lumOff val="15000"/>
                  </a:schemeClr>
                </a:solidFill>
              </a:defRPr>
            </a:lvl3pPr>
            <a:lvl4pPr>
              <a:defRPr sz="1800">
                <a:solidFill>
                  <a:schemeClr val="tx1">
                    <a:lumMod val="85000"/>
                    <a:lumOff val="15000"/>
                  </a:schemeClr>
                </a:solidFill>
              </a:defRPr>
            </a:lvl4pPr>
            <a:lvl5pPr>
              <a:defRPr sz="1800">
                <a:solidFill>
                  <a:schemeClr val="tx1">
                    <a:lumMod val="85000"/>
                    <a:lumOff val="15000"/>
                  </a:schemeClr>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258050E-B668-4FA7-85AD-C750C80A6E9B}" type="datetimeFigureOut">
              <a:rPr lang="en-US" smtClean="0"/>
              <a:pPr/>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40D5ECE-8B49-45CD-BE81-EF81920D1969}"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A258050E-B668-4FA7-85AD-C750C80A6E9B}" type="datetimeFigureOut">
              <a:rPr lang="en-US" smtClean="0"/>
              <a:pPr/>
              <a:t>12/20/2021</a:t>
            </a:fld>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240D5ECE-8B49-45CD-BE81-EF81920D1969}" type="slidenum">
              <a:rPr lang="en-US" smtClean="0"/>
              <a:pPr/>
              <a:t>‹#›</a:t>
            </a:fld>
            <a:endParaRPr lang="en-US" dirty="0"/>
          </a:p>
        </p:txBody>
      </p:sp>
      <p:pic>
        <p:nvPicPr>
          <p:cNvPr id="6" name="Picture 5"/>
          <p:cNvPicPr>
            <a:picLocks noChangeAspect="1"/>
          </p:cNvPicPr>
          <p:nvPr userDrawn="1"/>
        </p:nvPicPr>
        <p:blipFill>
          <a:blip r:embed="rId3" cstate="print"/>
          <a:stretch>
            <a:fillRect/>
          </a:stretch>
        </p:blipFill>
        <p:spPr>
          <a:xfrm>
            <a:off x="0" y="762000"/>
            <a:ext cx="2445488" cy="2286000"/>
          </a:xfrm>
          <a:prstGeom prst="rect">
            <a:avLst/>
          </a:prstGeom>
        </p:spPr>
      </p:pic>
      <p:sp>
        <p:nvSpPr>
          <p:cNvPr id="2" name="Title 1"/>
          <p:cNvSpPr>
            <a:spLocks noGrp="1"/>
          </p:cNvSpPr>
          <p:nvPr>
            <p:ph type="title"/>
          </p:nvPr>
        </p:nvSpPr>
        <p:spPr>
          <a:xfrm>
            <a:off x="1124400" y="2077200"/>
            <a:ext cx="7010400" cy="1143000"/>
          </a:xfrm>
        </p:spPr>
        <p:txBody>
          <a:bodyPr/>
          <a:lstStyle>
            <a:lvl1pPr algn="l">
              <a:defRPr/>
            </a:lvl1pPr>
          </a:lstStyle>
          <a:p>
            <a:r>
              <a:rPr lang="en-US" smtClean="0"/>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Emphasis">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58050E-B668-4FA7-85AD-C750C80A6E9B}" type="datetimeFigureOut">
              <a:rPr lang="en-US" smtClean="0"/>
              <a:pPr/>
              <a:t>12/20/2021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40D5ECE-8B49-45CD-BE81-EF81920D1969}" type="slidenum">
              <a:rPr lang="en-US" smtClean="0"/>
              <a:pPr/>
              <a:t>‹#›</a:t>
            </a:fld>
            <a:endParaRPr lang="en-US" dirty="0"/>
          </a:p>
        </p:txBody>
      </p:sp>
      <p:sp>
        <p:nvSpPr>
          <p:cNvPr id="6" name="Title 1"/>
          <p:cNvSpPr>
            <a:spLocks noGrp="1"/>
          </p:cNvSpPr>
          <p:nvPr>
            <p:ph type="title" hasCustomPrompt="1"/>
          </p:nvPr>
        </p:nvSpPr>
        <p:spPr>
          <a:xfrm>
            <a:off x="290400" y="3081000"/>
            <a:ext cx="8686800" cy="1095600"/>
          </a:xfrm>
        </p:spPr>
        <p:txBody>
          <a:bodyPr>
            <a:normAutofit/>
          </a:bodyPr>
          <a:lstStyle>
            <a:lvl1pPr algn="ctr">
              <a:defRPr lang="en-US" sz="4600" b="1" kern="1200" spc="-150" baseline="0" dirty="0" smtClean="0">
                <a:ln>
                  <a:gradFill>
                    <a:gsLst>
                      <a:gs pos="0">
                        <a:schemeClr val="bg1"/>
                      </a:gs>
                      <a:gs pos="50000">
                        <a:schemeClr val="bg1">
                          <a:lumMod val="75000"/>
                        </a:schemeClr>
                      </a:gs>
                    </a:gsLst>
                    <a:lin ang="5400000" scaled="0"/>
                  </a:gradFill>
                </a:ln>
                <a:gradFill>
                  <a:gsLst>
                    <a:gs pos="11000">
                      <a:schemeClr val="bg1">
                        <a:lumMod val="75000"/>
                      </a:schemeClr>
                    </a:gs>
                    <a:gs pos="91000">
                      <a:schemeClr val="bg1"/>
                    </a:gs>
                  </a:gsLst>
                  <a:lin ang="16200000" scaled="1"/>
                </a:gradFill>
                <a:effectLst>
                  <a:outerShdw blurRad="38100" algn="ctr" rotWithShape="0">
                    <a:prstClr val="black">
                      <a:alpha val="25000"/>
                    </a:prstClr>
                  </a:outerShdw>
                  <a:reflection blurRad="6350" stA="60000" endA="900" endPos="58000" dir="5400000" sy="-100000" algn="bl" rotWithShape="0"/>
                </a:effectLst>
                <a:latin typeface="+mn-lt"/>
                <a:ea typeface="+mn-ea"/>
                <a:cs typeface="+mn-cs"/>
              </a:defRPr>
            </a:lvl1pPr>
          </a:lstStyle>
          <a:p>
            <a:r>
              <a:rPr lang="en-US" dirty="0" smtClean="0"/>
              <a:t>Click to edit Master Title Style</a:t>
            </a:r>
            <a:endParaRPr lang="en-US" dirty="0"/>
          </a:p>
        </p:txBody>
      </p:sp>
      <p:sp>
        <p:nvSpPr>
          <p:cNvPr id="7" name="Text Placeholder 2"/>
          <p:cNvSpPr>
            <a:spLocks noGrp="1"/>
          </p:cNvSpPr>
          <p:nvPr>
            <p:ph type="body" idx="1"/>
          </p:nvPr>
        </p:nvSpPr>
        <p:spPr>
          <a:xfrm>
            <a:off x="283952" y="2424752"/>
            <a:ext cx="8694000" cy="639762"/>
          </a:xfrm>
        </p:spPr>
        <p:txBody>
          <a:bodyPr anchor="b">
            <a:normAutofit/>
          </a:bodyPr>
          <a:lstStyle>
            <a:lvl1pPr marL="0" indent="0" algn="ctr">
              <a:buNone/>
              <a:defRPr lang="en-US" sz="2800" kern="1200" dirty="0" smtClean="0">
                <a:solidFill>
                  <a:srgbClr val="2E507A">
                    <a:alpha val="81000"/>
                  </a:srgb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Text ">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A258050E-B668-4FA7-85AD-C750C80A6E9B}" type="datetimeFigureOut">
              <a:rPr lang="en-US" smtClean="0"/>
              <a:pPr/>
              <a:t>12/20/2021</a:t>
            </a:fld>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240D5ECE-8B49-45CD-BE81-EF81920D1969}" type="slidenum">
              <a:rPr lang="en-US" smtClean="0"/>
              <a:pPr/>
              <a:t>‹#›</a:t>
            </a:fld>
            <a:endParaRPr lang="en-US" dirty="0"/>
          </a:p>
        </p:txBody>
      </p:sp>
      <p:sp>
        <p:nvSpPr>
          <p:cNvPr id="7" name="Rectangle 6"/>
          <p:cNvSpPr/>
          <p:nvPr userDrawn="1"/>
        </p:nvSpPr>
        <p:spPr>
          <a:xfrm>
            <a:off x="0" y="2895600"/>
            <a:ext cx="7543800" cy="2133600"/>
          </a:xfrm>
          <a:prstGeom prst="rect">
            <a:avLst/>
          </a:prstGeom>
          <a:gradFill flip="none" rotWithShape="1">
            <a:gsLst>
              <a:gs pos="63000">
                <a:schemeClr val="tx1">
                  <a:lumMod val="85000"/>
                  <a:lumOff val="15000"/>
                  <a:alpha val="49000"/>
                </a:schemeClr>
              </a:gs>
              <a:gs pos="100000">
                <a:schemeClr val="tx1">
                  <a:lumMod val="95000"/>
                  <a:lumOff val="5000"/>
                  <a:alpha val="56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414867" y="3200400"/>
            <a:ext cx="7010400" cy="1676400"/>
          </a:xfrm>
        </p:spPr>
        <p:txBody>
          <a:bodyPr>
            <a:normAutofit/>
          </a:bodyPr>
          <a:lstStyle>
            <a:lvl1pPr marL="0" algn="l" defTabSz="914400" rtl="0" eaLnBrk="1" latinLnBrk="0" hangingPunct="1">
              <a:defRPr lang="en-US" sz="4000" kern="1200" dirty="0">
                <a:solidFill>
                  <a:schemeClr val="bg1"/>
                </a:solidFill>
                <a:latin typeface="+mn-lt"/>
                <a:ea typeface="+mn-ea"/>
                <a:cs typeface="+mn-cs"/>
              </a:defRPr>
            </a:lvl1pPr>
          </a:lstStyle>
          <a:p>
            <a:r>
              <a:rPr lang="en-US" smtClean="0"/>
              <a:t>Click to edit Master title style</a:t>
            </a:r>
            <a:endParaRPr lang="en-US" dirty="0"/>
          </a:p>
        </p:txBody>
      </p:sp>
      <p:sp>
        <p:nvSpPr>
          <p:cNvPr id="10" name="Text Placeholder 15"/>
          <p:cNvSpPr>
            <a:spLocks noGrp="1"/>
          </p:cNvSpPr>
          <p:nvPr>
            <p:ph type="body" sz="quarter" idx="14" hasCustomPrompt="1"/>
          </p:nvPr>
        </p:nvSpPr>
        <p:spPr>
          <a:xfrm>
            <a:off x="4648200" y="664780"/>
            <a:ext cx="4191000" cy="381000"/>
          </a:xfrm>
        </p:spPr>
        <p:txBody>
          <a:bodyPr>
            <a:normAutofit/>
          </a:bodyPr>
          <a:lstStyle>
            <a:lvl1pPr algn="r">
              <a:buNone/>
              <a:defRPr lang="en-US" sz="1800" b="1" kern="1200" dirty="0" smtClean="0">
                <a:solidFill>
                  <a:schemeClr val="bg1">
                    <a:lumMod val="65000"/>
                  </a:schemeClr>
                </a:solidFill>
                <a:latin typeface="Calibri" pitchFamily="34" charset="0"/>
                <a:ea typeface="+mn-ea"/>
                <a:cs typeface="+mn-cs"/>
              </a:defRPr>
            </a:lvl1pPr>
          </a:lstStyle>
          <a:p>
            <a:pPr lvl="0"/>
            <a:r>
              <a:rPr lang="en-US" dirty="0" smtClean="0"/>
              <a:t>Click to edit Master subtitle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vortex/>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7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25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3008313" cy="82550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803650" y="609600"/>
            <a:ext cx="5111750" cy="5334000"/>
          </a:xfrm>
        </p:spPr>
        <p:txBody>
          <a:bodyPr/>
          <a:lstStyle>
            <a:lvl1pPr>
              <a:defRPr sz="28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28600" y="1435101"/>
            <a:ext cx="3008313" cy="3822699"/>
          </a:xfrm>
        </p:spPr>
        <p:txBody>
          <a:bodyPr/>
          <a:lstStyle>
            <a:lvl1pPr marL="0" indent="0">
              <a:buNone/>
              <a:defRPr sz="1400">
                <a:solidFill>
                  <a:schemeClr val="tx1">
                    <a:lumMod val="75000"/>
                    <a:lumOff val="2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A258050E-B668-4FA7-85AD-C750C80A6E9B}" type="datetimeFigureOut">
              <a:rPr lang="en-US" smtClean="0"/>
              <a:pPr/>
              <a:t>12/20/2021</a:t>
            </a:fld>
            <a:endParaRPr lang="en-US" dirty="0"/>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240D5ECE-8B49-45CD-BE81-EF81920D1969}"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Media with Cap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bg1"/>
                </a:solidFill>
              </a:defRPr>
            </a:lvl1pPr>
          </a:lstStyle>
          <a:p>
            <a:fld id="{A258050E-B668-4FA7-85AD-C750C80A6E9B}" type="datetimeFigureOut">
              <a:rPr lang="en-US" smtClean="0"/>
              <a:pPr/>
              <a:t>12/20/2021</a:t>
            </a:fld>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240D5ECE-8B49-45CD-BE81-EF81920D1969}" type="slidenum">
              <a:rPr lang="en-US" smtClean="0"/>
              <a:pPr/>
              <a:t>‹#›</a:t>
            </a:fld>
            <a:endParaRPr lang="en-US" dirty="0"/>
          </a:p>
        </p:txBody>
      </p:sp>
      <p:sp>
        <p:nvSpPr>
          <p:cNvPr id="6" name="Rectangle 5"/>
          <p:cNvSpPr/>
          <p:nvPr userDrawn="1"/>
        </p:nvSpPr>
        <p:spPr>
          <a:xfrm>
            <a:off x="595263" y="4800600"/>
            <a:ext cx="4873752" cy="685800"/>
          </a:xfrm>
          <a:prstGeom prst="rect">
            <a:avLst/>
          </a:prstGeom>
          <a:solidFill>
            <a:schemeClr val="tx1">
              <a:lumMod val="95000"/>
              <a:lumOff val="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Georgia" pitchFamily="18" charset="0"/>
            </a:endParaRPr>
          </a:p>
        </p:txBody>
      </p:sp>
      <p:sp>
        <p:nvSpPr>
          <p:cNvPr id="7" name="Title 1"/>
          <p:cNvSpPr>
            <a:spLocks noGrp="1"/>
          </p:cNvSpPr>
          <p:nvPr>
            <p:ph type="title"/>
          </p:nvPr>
        </p:nvSpPr>
        <p:spPr>
          <a:xfrm>
            <a:off x="606552" y="4800600"/>
            <a:ext cx="4809244" cy="566738"/>
          </a:xfrm>
        </p:spPr>
        <p:txBody>
          <a:bodyPr anchor="b">
            <a:normAutofit/>
          </a:bodyPr>
          <a:lstStyle>
            <a:lvl1pPr algn="ctr">
              <a:defRPr sz="1800" b="0" i="1">
                <a:solidFill>
                  <a:schemeClr val="bg1">
                    <a:lumMod val="85000"/>
                  </a:schemeClr>
                </a:solidFill>
                <a:latin typeface="Georgia" pitchFamily="18" charset="0"/>
              </a:defRPr>
            </a:lvl1pPr>
          </a:lstStyle>
          <a:p>
            <a:r>
              <a:rPr lang="en-US" smtClean="0"/>
              <a:t>Click to edit Master title style</a:t>
            </a:r>
            <a:endParaRPr lang="en-US" dirty="0"/>
          </a:p>
        </p:txBody>
      </p:sp>
      <p:sp>
        <p:nvSpPr>
          <p:cNvPr id="9" name="Media Placeholder 8"/>
          <p:cNvSpPr>
            <a:spLocks noGrp="1"/>
          </p:cNvSpPr>
          <p:nvPr>
            <p:ph type="media" sz="quarter" idx="13"/>
          </p:nvPr>
        </p:nvSpPr>
        <p:spPr>
          <a:xfrm>
            <a:off x="587022" y="838200"/>
            <a:ext cx="4873752" cy="3812822"/>
          </a:xfrm>
        </p:spPr>
        <p:txBody>
          <a:bodyPr/>
          <a:lstStyle>
            <a:lvl1pPr>
              <a:buNone/>
              <a:defRPr/>
            </a:lvl1pPr>
          </a:lstStyle>
          <a:p>
            <a:r>
              <a:rPr lang="en-US" smtClean="0"/>
              <a:t>Click icon to add media</a:t>
            </a:r>
            <a:endParaRPr lang="en-US" dirty="0"/>
          </a:p>
        </p:txBody>
      </p:sp>
      <p:sp>
        <p:nvSpPr>
          <p:cNvPr id="11" name="Text Placeholder 10"/>
          <p:cNvSpPr>
            <a:spLocks noGrp="1"/>
          </p:cNvSpPr>
          <p:nvPr>
            <p:ph type="body" sz="quarter" idx="14"/>
          </p:nvPr>
        </p:nvSpPr>
        <p:spPr>
          <a:xfrm>
            <a:off x="5776863" y="838200"/>
            <a:ext cx="2819400" cy="4636911"/>
          </a:xfrm>
        </p:spPr>
        <p:txBody>
          <a:bodyPr>
            <a:normAutofit/>
          </a:bodyPr>
          <a:lstStyle>
            <a:lvl1pPr marL="0" indent="0" algn="l">
              <a:buNone/>
              <a:defRPr sz="2400">
                <a:solidFill>
                  <a:schemeClr val="bg1"/>
                </a:solidFill>
              </a:defRPr>
            </a:lvl1pPr>
          </a:lstStyle>
          <a:p>
            <a:pPr lvl="0"/>
            <a:r>
              <a:rPr lang="en-US" smtClean="0"/>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a:xfrm>
            <a:off x="1792800" y="4800600"/>
            <a:ext cx="5500800" cy="685800"/>
          </a:xfrm>
          <a:prstGeom prst="rect">
            <a:avLst/>
          </a:prstGeom>
          <a:solidFill>
            <a:schemeClr val="tx1">
              <a:lumMod val="95000"/>
              <a:lumOff val="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Georgia" pitchFamily="18" charset="0"/>
            </a:endParaRPr>
          </a:p>
        </p:txBody>
      </p:sp>
      <p:sp>
        <p:nvSpPr>
          <p:cNvPr id="2" name="Title 1"/>
          <p:cNvSpPr>
            <a:spLocks noGrp="1"/>
          </p:cNvSpPr>
          <p:nvPr>
            <p:ph type="title"/>
          </p:nvPr>
        </p:nvSpPr>
        <p:spPr>
          <a:xfrm>
            <a:off x="1792288" y="4800600"/>
            <a:ext cx="5486400" cy="566738"/>
          </a:xfrm>
        </p:spPr>
        <p:txBody>
          <a:bodyPr anchor="b">
            <a:normAutofit/>
          </a:bodyPr>
          <a:lstStyle>
            <a:lvl1pPr algn="ctr">
              <a:defRPr sz="1800" b="0" i="1">
                <a:solidFill>
                  <a:schemeClr val="bg1">
                    <a:lumMod val="85000"/>
                  </a:schemeClr>
                </a:solidFill>
                <a:latin typeface="Georgia" pitchFamily="18" charset="0"/>
              </a:defRPr>
            </a:lvl1pPr>
          </a:lstStyle>
          <a:p>
            <a:r>
              <a:rPr lang="en-US"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562600"/>
            <a:ext cx="5486400" cy="60960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fld id="{A258050E-B668-4FA7-85AD-C750C80A6E9B}" type="datetimeFigureOut">
              <a:rPr lang="en-US" smtClean="0"/>
              <a:pPr/>
              <a:t>12/20/2021</a:t>
            </a:fld>
            <a:endParaRPr lang="en-US" dirty="0"/>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240D5ECE-8B49-45CD-BE81-EF81920D1969}"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and Vertical Tex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258050E-B668-4FA7-85AD-C750C80A6E9B}" type="datetimeFigureOut">
              <a:rPr lang="en-US" smtClean="0"/>
              <a:pPr/>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40D5ECE-8B49-45CD-BE81-EF81920D1969}" type="slidenum">
              <a:rPr lang="en-US" smtClean="0"/>
              <a:pPr/>
              <a:t>‹#›</a:t>
            </a:fld>
            <a:endParaRPr lang="en-US" dirty="0"/>
          </a:p>
        </p:txBody>
      </p:sp>
      <p:sp>
        <p:nvSpPr>
          <p:cNvPr id="14" name="Title 1"/>
          <p:cNvSpPr>
            <a:spLocks noGrp="1"/>
          </p:cNvSpPr>
          <p:nvPr>
            <p:ph type="title" hasCustomPrompt="1"/>
          </p:nvPr>
        </p:nvSpPr>
        <p:spPr>
          <a:xfrm>
            <a:off x="0" y="414867"/>
            <a:ext cx="5029200" cy="457200"/>
          </a:xfrm>
          <a:solidFill>
            <a:schemeClr val="tx1">
              <a:lumMod val="50000"/>
              <a:lumOff val="50000"/>
            </a:schemeClr>
          </a:solidFill>
        </p:spPr>
        <p:txBody>
          <a:bodyPr>
            <a:normAutofit/>
          </a:bodyPr>
          <a:lstStyle>
            <a:lvl1pPr algn="l">
              <a:defRPr lang="en-US" sz="2800" b="1" kern="1200" baseline="0" dirty="0">
                <a:solidFill>
                  <a:schemeClr val="bg1"/>
                </a:solidFill>
                <a:latin typeface="+mn-lt"/>
                <a:ea typeface="+mn-ea"/>
                <a:cs typeface="+mn-cs"/>
              </a:defRPr>
            </a:lvl1pPr>
          </a:lstStyle>
          <a:p>
            <a:r>
              <a:rPr lang="en-US" dirty="0" smtClean="0"/>
              <a:t>    Click to edit Master title style</a:t>
            </a:r>
            <a:endParaRPr lang="en-US" dirty="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7150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5105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solidFill>
                  <a:schemeClr val="tx1">
                    <a:lumMod val="85000"/>
                    <a:lumOff val="15000"/>
                  </a:schemeClr>
                </a:solidFill>
              </a:defRPr>
            </a:lvl1pPr>
          </a:lstStyle>
          <a:p>
            <a:fld id="{A258050E-B668-4FA7-85AD-C750C80A6E9B}" type="datetimeFigureOut">
              <a:rPr lang="en-US" smtClean="0"/>
              <a:pPr/>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85000"/>
                    <a:lumOff val="15000"/>
                  </a:schemeClr>
                </a:solidFill>
              </a:defRPr>
            </a:lvl1pPr>
          </a:lstStyle>
          <a:p>
            <a:fld id="{240D5ECE-8B49-45CD-BE81-EF81920D1969}"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Blank">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print"/>
          <a:srcRect l="2599" r="5874" b="5262"/>
          <a:stretch/>
        </p:blipFill>
        <p:spPr>
          <a:xfrm>
            <a:off x="3530" y="5867400"/>
            <a:ext cx="9144000" cy="1053694"/>
          </a:xfrm>
          <a:prstGeom prst="rect">
            <a:avLst/>
          </a:prstGeom>
        </p:spPr>
      </p:pic>
      <p:sp>
        <p:nvSpPr>
          <p:cNvPr id="2" name="Date Placeholder 1"/>
          <p:cNvSpPr>
            <a:spLocks noGrp="1"/>
          </p:cNvSpPr>
          <p:nvPr>
            <p:ph type="dt" sz="half" idx="10"/>
          </p:nvPr>
        </p:nvSpPr>
        <p:spPr/>
        <p:txBody>
          <a:bodyPr/>
          <a:lstStyle/>
          <a:p>
            <a:fld id="{2FF934E2-BBB6-4D34-BB01-078E9AA25260}" type="datetimeFigureOut">
              <a:rPr lang="en-US" smtClean="0"/>
              <a:pPr/>
              <a:t>12/20/2021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3820FCD-5F4C-4989-BE05-0A8208BCBC21}"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6" cstate="print"/>
          <a:srcRect l="2599" r="5874" b="5262"/>
          <a:stretch/>
        </p:blipFill>
        <p:spPr>
          <a:xfrm>
            <a:off x="3530" y="5867400"/>
            <a:ext cx="9144000" cy="1053694"/>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58050E-B668-4FA7-85AD-C750C80A6E9B}" type="datetimeFigureOut">
              <a:rPr lang="en-US" smtClean="0"/>
              <a:pPr/>
              <a:t>12/20/2021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0D5ECE-8B49-45CD-BE81-EF81920D1969}" type="slidenum">
              <a:rPr lang="en-US" smtClean="0"/>
              <a:pPr/>
              <a:t>‹#›</a:t>
            </a:fld>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61" r:id="rId4"/>
    <p:sldLayoutId id="2147483652" r:id="rId5"/>
    <p:sldLayoutId id="2147483654" r:id="rId6"/>
    <p:sldLayoutId id="2147483655" r:id="rId7"/>
    <p:sldLayoutId id="2147483660" r:id="rId8"/>
    <p:sldLayoutId id="2147483656" r:id="rId9"/>
    <p:sldLayoutId id="2147483676" r:id="rId10"/>
    <p:sldLayoutId id="2147483657" r:id="rId11"/>
    <p:sldLayoutId id="2147483658" r:id="rId12"/>
    <p:sldLayoutId id="2147483659" r:id="rId13"/>
    <p:sldLayoutId id="2147483663" r:id="rId14"/>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4.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2.xml"/><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3048000"/>
            <a:ext cx="7239000" cy="1828800"/>
          </a:xfrm>
        </p:spPr>
        <p:txBody>
          <a:bodyPr>
            <a:normAutofit fontScale="90000"/>
          </a:bodyPr>
          <a:lstStyle/>
          <a:p>
            <a:pPr algn="l"/>
            <a:r>
              <a:rPr lang="en-US" sz="5600" b="0" smtClean="0">
                <a:solidFill>
                  <a:schemeClr val="accent4">
                    <a:lumMod val="75000"/>
                  </a:schemeClr>
                </a:solidFill>
              </a:rPr>
              <a:t>EXQUISITE</a:t>
            </a:r>
            <a:r>
              <a:rPr lang="en-US" sz="5600" b="0" smtClean="0">
                <a:solidFill>
                  <a:prstClr val="white"/>
                </a:solidFill>
              </a:rPr>
              <a:t> </a:t>
            </a:r>
            <a:br>
              <a:rPr lang="en-US" sz="5600" b="0" smtClean="0">
                <a:solidFill>
                  <a:prstClr val="white"/>
                </a:solidFill>
              </a:rPr>
            </a:br>
            <a:r>
              <a:rPr lang="en-US" sz="5600" b="0" smtClean="0">
                <a:solidFill>
                  <a:prstClr val="white"/>
                </a:solidFill>
              </a:rPr>
              <a:t>EVENT </a:t>
            </a:r>
            <a:r>
              <a:rPr lang="en-US" sz="5600" b="0" dirty="0" smtClean="0">
                <a:solidFill>
                  <a:prstClr val="white"/>
                </a:solidFill>
              </a:rPr>
              <a:t>PLANNER</a:t>
            </a:r>
            <a:br>
              <a:rPr lang="en-US" sz="5600" b="0" dirty="0" smtClean="0">
                <a:solidFill>
                  <a:prstClr val="white"/>
                </a:solidFill>
              </a:rPr>
            </a:br>
            <a:r>
              <a:rPr lang="en-US" sz="2700" b="0" dirty="0" smtClean="0">
                <a:solidFill>
                  <a:srgbClr val="7BCF27"/>
                </a:solidFill>
                <a:latin typeface="Calibri" pitchFamily="34" charset="0"/>
              </a:rPr>
              <a:t>BY </a:t>
            </a:r>
            <a:r>
              <a:rPr lang="en-US" sz="2700" b="0" smtClean="0">
                <a:solidFill>
                  <a:srgbClr val="7BCF27"/>
                </a:solidFill>
                <a:latin typeface="Calibri" pitchFamily="34" charset="0"/>
              </a:rPr>
              <a:t>GANAPATHY SUBRAMANIAN AND SAAIRAAM</a:t>
            </a:r>
            <a:endParaRPr lang="en-US" sz="2700" b="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1905000" y="2936809"/>
            <a:ext cx="5257800" cy="1588"/>
          </a:xfrm>
          <a:prstGeom prst="line">
            <a:avLst/>
          </a:prstGeom>
          <a:ln w="47625">
            <a:solidFill>
              <a:srgbClr val="E4E4E4"/>
            </a:solidFill>
          </a:ln>
          <a:effectLst/>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50711" y="5127978"/>
            <a:ext cx="7973935" cy="400110"/>
          </a:xfrm>
          <a:prstGeom prst="rect">
            <a:avLst/>
          </a:prstGeom>
          <a:noFill/>
        </p:spPr>
        <p:txBody>
          <a:bodyPr wrap="none" rtlCol="0">
            <a:normAutofit/>
          </a:bodyPr>
          <a:lstStyle/>
          <a:p>
            <a:pPr algn="r"/>
            <a:r>
              <a:rPr lang="en-US" sz="2000" b="1" dirty="0" smtClean="0">
                <a:solidFill>
                  <a:schemeClr val="tx1">
                    <a:lumMod val="75000"/>
                    <a:lumOff val="25000"/>
                  </a:schemeClr>
                </a:solidFill>
              </a:rPr>
              <a:t>We have features for every step of the way</a:t>
            </a:r>
            <a:endParaRPr lang="en-US" sz="2000" b="1" dirty="0">
              <a:solidFill>
                <a:schemeClr val="tx1">
                  <a:lumMod val="75000"/>
                  <a:lumOff val="25000"/>
                </a:schemeClr>
              </a:solidFill>
            </a:endParaRPr>
          </a:p>
        </p:txBody>
      </p:sp>
      <p:sp>
        <p:nvSpPr>
          <p:cNvPr id="12" name="Rectangle 11"/>
          <p:cNvSpPr/>
          <p:nvPr/>
        </p:nvSpPr>
        <p:spPr>
          <a:xfrm>
            <a:off x="8686800" y="5284486"/>
            <a:ext cx="457200" cy="96672"/>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6600"/>
                </a:solidFill>
              </a:rPr>
              <a:t>           </a:t>
            </a:r>
            <a:endParaRPr lang="en-US" dirty="0">
              <a:solidFill>
                <a:srgbClr val="FF6600"/>
              </a:solidFill>
            </a:endParaRPr>
          </a:p>
        </p:txBody>
      </p:sp>
      <p:grpSp>
        <p:nvGrpSpPr>
          <p:cNvPr id="26" name="Group 25"/>
          <p:cNvGrpSpPr/>
          <p:nvPr/>
        </p:nvGrpSpPr>
        <p:grpSpPr>
          <a:xfrm>
            <a:off x="786718" y="1534925"/>
            <a:ext cx="2057400" cy="2708434"/>
            <a:chOff x="762000" y="1557456"/>
            <a:chExt cx="2057400" cy="2708434"/>
          </a:xfrm>
        </p:grpSpPr>
        <p:sp>
          <p:nvSpPr>
            <p:cNvPr id="6" name="Oval 5"/>
            <p:cNvSpPr/>
            <p:nvPr/>
          </p:nvSpPr>
          <p:spPr>
            <a:xfrm>
              <a:off x="762000" y="1946209"/>
              <a:ext cx="2057400" cy="2057400"/>
            </a:xfrm>
            <a:prstGeom prst="ellipse">
              <a:avLst/>
            </a:prstGeom>
            <a:gradFill flip="none" rotWithShape="1">
              <a:gsLst>
                <a:gs pos="0">
                  <a:srgbClr val="F39C29"/>
                </a:gs>
                <a:gs pos="50000">
                  <a:srgbClr val="F7931D"/>
                </a:gs>
                <a:gs pos="100000">
                  <a:srgbClr val="FF6600"/>
                </a:gs>
              </a:gsLst>
              <a:path path="circle">
                <a:fillToRect l="50000" t="50000" r="50000" b="50000"/>
              </a:path>
              <a:tileRect/>
            </a:gradFill>
            <a:ln w="82550">
              <a:noFill/>
            </a:ln>
            <a:effectLst>
              <a:outerShdw blurRad="152400" dist="165100" dir="5400000" sx="90000" sy="-19000"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
          <p:nvSpPr>
            <p:cNvPr id="14" name="TextBox 13"/>
            <p:cNvSpPr txBox="1"/>
            <p:nvPr/>
          </p:nvSpPr>
          <p:spPr>
            <a:xfrm>
              <a:off x="1121392" y="1557456"/>
              <a:ext cx="1219200" cy="2708434"/>
            </a:xfrm>
            <a:prstGeom prst="rect">
              <a:avLst/>
            </a:prstGeom>
            <a:noFill/>
          </p:spPr>
          <p:txBody>
            <a:bodyPr wrap="square" rtlCol="0">
              <a:spAutoFit/>
            </a:bodyPr>
            <a:lstStyle/>
            <a:p>
              <a:r>
                <a:rPr lang="en-US" sz="17000" b="1" dirty="0" smtClean="0">
                  <a:solidFill>
                    <a:srgbClr val="F26200">
                      <a:alpha val="40000"/>
                    </a:srgbClr>
                  </a:solidFill>
                  <a:latin typeface="+mj-lt"/>
                  <a:cs typeface="Arial" pitchFamily="34" charset="0"/>
                </a:rPr>
                <a:t>1</a:t>
              </a:r>
              <a:endParaRPr lang="en-US" sz="17000" b="1" dirty="0">
                <a:solidFill>
                  <a:srgbClr val="F26200">
                    <a:alpha val="40000"/>
                  </a:srgbClr>
                </a:solidFill>
                <a:latin typeface="+mj-lt"/>
                <a:cs typeface="Arial" pitchFamily="34" charset="0"/>
              </a:endParaRPr>
            </a:p>
          </p:txBody>
        </p:sp>
        <p:sp>
          <p:nvSpPr>
            <p:cNvPr id="13" name="TextBox 12"/>
            <p:cNvSpPr txBox="1"/>
            <p:nvPr/>
          </p:nvSpPr>
          <p:spPr>
            <a:xfrm>
              <a:off x="823416" y="2666898"/>
              <a:ext cx="1931160" cy="683264"/>
            </a:xfrm>
            <a:prstGeom prst="rect">
              <a:avLst/>
            </a:prstGeom>
            <a:noFill/>
          </p:spPr>
          <p:txBody>
            <a:bodyPr wrap="square" rtlCol="0">
              <a:normAutofit fontScale="92500"/>
            </a:bodyPr>
            <a:lstStyle/>
            <a:p>
              <a:pPr algn="ctr">
                <a:lnSpc>
                  <a:spcPct val="80000"/>
                </a:lnSpc>
              </a:pPr>
              <a:r>
                <a:rPr lang="en-US" sz="2400" b="1" spc="60" dirty="0" smtClean="0">
                  <a:solidFill>
                    <a:schemeClr val="bg1"/>
                  </a:solidFill>
                  <a:effectLst>
                    <a:outerShdw blurRad="50800" dist="25400" dir="5400000" algn="t" rotWithShape="0">
                      <a:prstClr val="black">
                        <a:alpha val="15000"/>
                      </a:prstClr>
                    </a:outerShdw>
                  </a:effectLst>
                </a:rPr>
                <a:t>FEATURES OF OUR PROJECT</a:t>
              </a:r>
            </a:p>
          </p:txBody>
        </p:sp>
        <p:sp>
          <p:nvSpPr>
            <p:cNvPr id="19" name="Oval 18"/>
            <p:cNvSpPr/>
            <p:nvPr/>
          </p:nvSpPr>
          <p:spPr>
            <a:xfrm>
              <a:off x="997260" y="2044613"/>
              <a:ext cx="1583472" cy="1295400"/>
            </a:xfrm>
            <a:prstGeom prst="ellipse">
              <a:avLst/>
            </a:prstGeom>
            <a:gradFill flip="none" rotWithShape="1">
              <a:gsLst>
                <a:gs pos="63000">
                  <a:schemeClr val="bg1">
                    <a:alpha val="7000"/>
                  </a:schemeClr>
                </a:gs>
                <a:gs pos="72000">
                  <a:schemeClr val="bg1">
                    <a:alpha val="15000"/>
                  </a:schemeClr>
                </a:gs>
                <a:gs pos="91000">
                  <a:schemeClr val="bg1">
                    <a:alpha val="2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grpSp>
      <p:grpSp>
        <p:nvGrpSpPr>
          <p:cNvPr id="23" name="Group 22"/>
          <p:cNvGrpSpPr/>
          <p:nvPr/>
        </p:nvGrpSpPr>
        <p:grpSpPr>
          <a:xfrm>
            <a:off x="3601872" y="1582592"/>
            <a:ext cx="2057400" cy="2708434"/>
            <a:chOff x="3543300" y="1591943"/>
            <a:chExt cx="2057400" cy="2708434"/>
          </a:xfrm>
        </p:grpSpPr>
        <p:sp>
          <p:nvSpPr>
            <p:cNvPr id="4" name="Oval 3"/>
            <p:cNvSpPr/>
            <p:nvPr/>
          </p:nvSpPr>
          <p:spPr>
            <a:xfrm>
              <a:off x="3543300" y="1946209"/>
              <a:ext cx="2057400" cy="2057400"/>
            </a:xfrm>
            <a:prstGeom prst="ellipse">
              <a:avLst/>
            </a:prstGeom>
            <a:gradFill>
              <a:gsLst>
                <a:gs pos="0">
                  <a:srgbClr val="00B0F0"/>
                </a:gs>
                <a:gs pos="50000">
                  <a:srgbClr val="399ECB"/>
                </a:gs>
                <a:gs pos="100000">
                  <a:srgbClr val="0077D0"/>
                </a:gs>
              </a:gsLst>
              <a:path path="circle">
                <a:fillToRect l="50000" t="50000" r="50000" b="50000"/>
              </a:path>
            </a:gradFill>
            <a:ln w="82550">
              <a:noFill/>
            </a:ln>
            <a:effectLst>
              <a:outerShdw blurRad="127000" dist="165100" dir="5400000" sx="90000" sy="-19000"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
          <p:nvSpPr>
            <p:cNvPr id="15" name="TextBox 14"/>
            <p:cNvSpPr txBox="1"/>
            <p:nvPr/>
          </p:nvSpPr>
          <p:spPr>
            <a:xfrm>
              <a:off x="3933968" y="1591943"/>
              <a:ext cx="1219200" cy="2708434"/>
            </a:xfrm>
            <a:prstGeom prst="rect">
              <a:avLst/>
            </a:prstGeom>
            <a:noFill/>
          </p:spPr>
          <p:txBody>
            <a:bodyPr wrap="square" rtlCol="0">
              <a:spAutoFit/>
            </a:bodyPr>
            <a:lstStyle/>
            <a:p>
              <a:r>
                <a:rPr lang="en-US" sz="17000" b="1" dirty="0" smtClean="0">
                  <a:solidFill>
                    <a:srgbClr val="2A7A9E">
                      <a:alpha val="40000"/>
                    </a:srgbClr>
                  </a:solidFill>
                  <a:latin typeface="+mj-lt"/>
                  <a:cs typeface="Arial" pitchFamily="34" charset="0"/>
                </a:rPr>
                <a:t>2</a:t>
              </a:r>
              <a:endParaRPr lang="en-US" sz="17000" b="1" dirty="0">
                <a:solidFill>
                  <a:srgbClr val="2A7A9E">
                    <a:alpha val="40000"/>
                  </a:srgbClr>
                </a:solidFill>
                <a:latin typeface="+mj-lt"/>
                <a:cs typeface="Arial" pitchFamily="34" charset="0"/>
              </a:endParaRPr>
            </a:p>
          </p:txBody>
        </p:sp>
        <p:sp>
          <p:nvSpPr>
            <p:cNvPr id="16" name="TextBox 15"/>
            <p:cNvSpPr txBox="1"/>
            <p:nvPr/>
          </p:nvSpPr>
          <p:spPr>
            <a:xfrm>
              <a:off x="3601872" y="2701385"/>
              <a:ext cx="1931160" cy="665695"/>
            </a:xfrm>
            <a:prstGeom prst="rect">
              <a:avLst/>
            </a:prstGeom>
            <a:noFill/>
          </p:spPr>
          <p:txBody>
            <a:bodyPr wrap="square" rtlCol="0">
              <a:normAutofit/>
            </a:bodyPr>
            <a:lstStyle/>
            <a:p>
              <a:pPr algn="ctr">
                <a:lnSpc>
                  <a:spcPct val="80000"/>
                </a:lnSpc>
              </a:pPr>
              <a:r>
                <a:rPr lang="en-US" sz="2300" b="1" dirty="0" smtClean="0">
                  <a:solidFill>
                    <a:schemeClr val="bg1"/>
                  </a:solidFill>
                  <a:effectLst>
                    <a:outerShdw blurRad="50800" dist="25400" dir="5400000" algn="t" rotWithShape="0">
                      <a:prstClr val="black">
                        <a:alpha val="15000"/>
                      </a:prstClr>
                    </a:outerShdw>
                  </a:effectLst>
                </a:rPr>
                <a:t>TASKS </a:t>
              </a:r>
            </a:p>
            <a:p>
              <a:pPr algn="ctr">
                <a:lnSpc>
                  <a:spcPct val="80000"/>
                </a:lnSpc>
              </a:pPr>
              <a:r>
                <a:rPr lang="en-US" sz="2300" b="1" dirty="0" smtClean="0">
                  <a:solidFill>
                    <a:schemeClr val="bg1"/>
                  </a:solidFill>
                  <a:effectLst>
                    <a:outerShdw blurRad="50800" dist="25400" dir="5400000" algn="t" rotWithShape="0">
                      <a:prstClr val="black">
                        <a:alpha val="15000"/>
                      </a:prstClr>
                    </a:outerShdw>
                  </a:effectLst>
                </a:rPr>
                <a:t>GIVEN</a:t>
              </a:r>
              <a:endParaRPr lang="en-US" sz="2300" b="1" dirty="0">
                <a:solidFill>
                  <a:schemeClr val="bg1"/>
                </a:solidFill>
                <a:effectLst>
                  <a:outerShdw blurRad="50800" dist="25400" dir="5400000" algn="t" rotWithShape="0">
                    <a:prstClr val="black">
                      <a:alpha val="15000"/>
                    </a:prstClr>
                  </a:outerShdw>
                </a:effectLst>
              </a:endParaRPr>
            </a:p>
          </p:txBody>
        </p:sp>
        <p:sp>
          <p:nvSpPr>
            <p:cNvPr id="20" name="Oval 19"/>
            <p:cNvSpPr/>
            <p:nvPr/>
          </p:nvSpPr>
          <p:spPr>
            <a:xfrm>
              <a:off x="3800330" y="2117756"/>
              <a:ext cx="1583472" cy="1295400"/>
            </a:xfrm>
            <a:prstGeom prst="ellipse">
              <a:avLst/>
            </a:prstGeom>
            <a:gradFill flip="none" rotWithShape="1">
              <a:gsLst>
                <a:gs pos="63000">
                  <a:schemeClr val="bg1">
                    <a:alpha val="7000"/>
                  </a:schemeClr>
                </a:gs>
                <a:gs pos="72000">
                  <a:schemeClr val="bg1">
                    <a:alpha val="15000"/>
                  </a:schemeClr>
                </a:gs>
                <a:gs pos="91000">
                  <a:schemeClr val="bg1">
                    <a:alpha val="2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p:cNvGrpSpPr/>
          <p:nvPr/>
        </p:nvGrpSpPr>
        <p:grpSpPr>
          <a:xfrm>
            <a:off x="6324600" y="1587511"/>
            <a:ext cx="2057400" cy="2708434"/>
            <a:chOff x="6324600" y="1587511"/>
            <a:chExt cx="2057400" cy="2708434"/>
          </a:xfrm>
        </p:grpSpPr>
        <p:sp>
          <p:nvSpPr>
            <p:cNvPr id="5" name="Oval 4"/>
            <p:cNvSpPr/>
            <p:nvPr/>
          </p:nvSpPr>
          <p:spPr>
            <a:xfrm>
              <a:off x="6324600" y="1953643"/>
              <a:ext cx="2057400" cy="2057400"/>
            </a:xfrm>
            <a:prstGeom prst="ellipse">
              <a:avLst/>
            </a:prstGeom>
            <a:gradFill flip="none" rotWithShape="1">
              <a:gsLst>
                <a:gs pos="5000">
                  <a:srgbClr val="84D830"/>
                </a:gs>
                <a:gs pos="48000">
                  <a:srgbClr val="7BCF27"/>
                </a:gs>
                <a:gs pos="100000">
                  <a:srgbClr val="56901C"/>
                </a:gs>
              </a:gsLst>
              <a:path path="circle">
                <a:fillToRect l="50000" t="50000" r="50000" b="50000"/>
              </a:path>
              <a:tileRect/>
            </a:gradFill>
            <a:ln w="50800">
              <a:noFill/>
            </a:ln>
            <a:effectLst>
              <a:outerShdw blurRad="152400" dist="165100" dir="5400000" sx="90000" sy="-19000"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
          <p:nvSpPr>
            <p:cNvPr id="17" name="TextBox 16"/>
            <p:cNvSpPr txBox="1"/>
            <p:nvPr/>
          </p:nvSpPr>
          <p:spPr>
            <a:xfrm>
              <a:off x="6721604" y="1587511"/>
              <a:ext cx="1219200" cy="2708434"/>
            </a:xfrm>
            <a:prstGeom prst="rect">
              <a:avLst/>
            </a:prstGeom>
            <a:noFill/>
          </p:spPr>
          <p:txBody>
            <a:bodyPr wrap="square" rtlCol="0">
              <a:spAutoFit/>
            </a:bodyPr>
            <a:lstStyle/>
            <a:p>
              <a:r>
                <a:rPr lang="en-US" sz="17000" b="1" dirty="0" smtClean="0">
                  <a:solidFill>
                    <a:srgbClr val="65B131">
                      <a:alpha val="64000"/>
                    </a:srgbClr>
                  </a:solidFill>
                  <a:latin typeface="+mj-lt"/>
                  <a:cs typeface="Arial" pitchFamily="34" charset="0"/>
                </a:rPr>
                <a:t>3</a:t>
              </a:r>
              <a:endParaRPr lang="en-US" sz="17000" b="1" dirty="0">
                <a:solidFill>
                  <a:srgbClr val="65B131">
                    <a:alpha val="64000"/>
                  </a:srgbClr>
                </a:solidFill>
                <a:latin typeface="+mj-lt"/>
                <a:cs typeface="Arial" pitchFamily="34" charset="0"/>
              </a:endParaRPr>
            </a:p>
          </p:txBody>
        </p:sp>
        <p:sp>
          <p:nvSpPr>
            <p:cNvPr id="18" name="TextBox 17"/>
            <p:cNvSpPr txBox="1"/>
            <p:nvPr/>
          </p:nvSpPr>
          <p:spPr>
            <a:xfrm>
              <a:off x="6411810" y="2674651"/>
              <a:ext cx="1931160" cy="665695"/>
            </a:xfrm>
            <a:prstGeom prst="rect">
              <a:avLst/>
            </a:prstGeom>
            <a:noFill/>
          </p:spPr>
          <p:txBody>
            <a:bodyPr wrap="square" rtlCol="0">
              <a:normAutofit/>
            </a:bodyPr>
            <a:lstStyle/>
            <a:p>
              <a:pPr algn="ctr">
                <a:lnSpc>
                  <a:spcPct val="80000"/>
                </a:lnSpc>
              </a:pPr>
              <a:r>
                <a:rPr lang="en-US" sz="2300" b="1" spc="60" dirty="0" smtClean="0">
                  <a:solidFill>
                    <a:schemeClr val="bg1"/>
                  </a:solidFill>
                  <a:effectLst>
                    <a:outerShdw blurRad="50800" dist="25400" dir="5400000" algn="t" rotWithShape="0">
                      <a:prstClr val="black">
                        <a:alpha val="15000"/>
                      </a:prstClr>
                    </a:outerShdw>
                  </a:effectLst>
                </a:rPr>
                <a:t>FINAL RESULTS</a:t>
              </a:r>
            </a:p>
          </p:txBody>
        </p:sp>
        <p:sp>
          <p:nvSpPr>
            <p:cNvPr id="21" name="Oval 20"/>
            <p:cNvSpPr/>
            <p:nvPr/>
          </p:nvSpPr>
          <p:spPr>
            <a:xfrm>
              <a:off x="6513194" y="2065652"/>
              <a:ext cx="1583472" cy="1295400"/>
            </a:xfrm>
            <a:prstGeom prst="ellipse">
              <a:avLst/>
            </a:prstGeom>
            <a:gradFill flip="none" rotWithShape="1">
              <a:gsLst>
                <a:gs pos="63000">
                  <a:schemeClr val="bg1">
                    <a:alpha val="7000"/>
                  </a:schemeClr>
                </a:gs>
                <a:gs pos="72000">
                  <a:schemeClr val="bg1">
                    <a:alpha val="15000"/>
                  </a:schemeClr>
                </a:gs>
                <a:gs pos="91000">
                  <a:schemeClr val="bg1">
                    <a:alpha val="2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lvl="0">
              <a:spcBef>
                <a:spcPts val="0"/>
              </a:spcBef>
            </a:pPr>
            <a:r>
              <a:rPr lang="en-US" sz="4000" cap="none" dirty="0" smtClean="0">
                <a:solidFill>
                  <a:prstClr val="black">
                    <a:lumMod val="85000"/>
                    <a:lumOff val="15000"/>
                  </a:prstClr>
                </a:solidFill>
                <a:ea typeface="+mn-ea"/>
                <a:cs typeface="+mn-cs"/>
              </a:rPr>
              <a:t>Features of our Project</a:t>
            </a:r>
            <a:endParaRPr lang="en-US" sz="2800" dirty="0"/>
          </a:p>
        </p:txBody>
      </p:sp>
      <p:sp>
        <p:nvSpPr>
          <p:cNvPr id="5" name="Text Placeholder 4"/>
          <p:cNvSpPr>
            <a:spLocks noGrp="1"/>
          </p:cNvSpPr>
          <p:nvPr>
            <p:ph type="body" idx="1"/>
          </p:nvPr>
        </p:nvSpPr>
        <p:spPr/>
        <p:txBody>
          <a:bodyPr/>
          <a:lstStyle/>
          <a:p>
            <a:pPr lvl="0">
              <a:spcBef>
                <a:spcPts val="0"/>
              </a:spcBef>
            </a:pPr>
            <a:r>
              <a:rPr lang="en-US" sz="1700" b="1" smtClean="0">
                <a:solidFill>
                  <a:prstClr val="black">
                    <a:lumMod val="75000"/>
                    <a:lumOff val="25000"/>
                  </a:prstClr>
                </a:solidFill>
              </a:rPr>
              <a:t>Details of the Project</a:t>
            </a:r>
            <a:endParaRPr lang="en-US" sz="1700" b="1" dirty="0">
              <a:solidFill>
                <a:prstClr val="black">
                  <a:lumMod val="75000"/>
                  <a:lumOff val="25000"/>
                </a:prstClr>
              </a:solidFill>
            </a:endParaRPr>
          </a:p>
        </p:txBody>
      </p:sp>
      <p:sp>
        <p:nvSpPr>
          <p:cNvPr id="6" name="TextBox 5"/>
          <p:cNvSpPr txBox="1"/>
          <p:nvPr/>
        </p:nvSpPr>
        <p:spPr>
          <a:xfrm>
            <a:off x="1121392" y="1557456"/>
            <a:ext cx="1219200" cy="2708434"/>
          </a:xfrm>
          <a:prstGeom prst="rect">
            <a:avLst/>
          </a:prstGeom>
          <a:noFill/>
        </p:spPr>
        <p:txBody>
          <a:bodyPr wrap="square" rtlCol="0">
            <a:spAutoFit/>
          </a:bodyPr>
          <a:lstStyle/>
          <a:p>
            <a:r>
              <a:rPr lang="en-US" sz="17000" b="1" dirty="0" smtClean="0">
                <a:solidFill>
                  <a:srgbClr val="F26200">
                    <a:alpha val="40000"/>
                  </a:srgbClr>
                </a:solidFill>
                <a:cs typeface="Arial" pitchFamily="34" charset="0"/>
              </a:rPr>
              <a:t>1</a:t>
            </a:r>
            <a:endParaRPr lang="en-US" sz="17000" b="1" dirty="0">
              <a:solidFill>
                <a:srgbClr val="F26200">
                  <a:alpha val="40000"/>
                </a:srgbClr>
              </a:solidFill>
              <a:cs typeface="Arial"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700">
        <p14:gallery dir="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8" name="TextBox 7"/>
          <p:cNvSpPr txBox="1"/>
          <p:nvPr/>
        </p:nvSpPr>
        <p:spPr>
          <a:xfrm>
            <a:off x="4389864" y="3962400"/>
            <a:ext cx="3946416" cy="2337370"/>
          </a:xfrm>
          <a:prstGeom prst="rect">
            <a:avLst/>
          </a:prstGeom>
          <a:noFill/>
        </p:spPr>
        <p:txBody>
          <a:bodyPr wrap="square" rtlCol="0">
            <a:normAutofit/>
          </a:bodyPr>
          <a:lstStyle/>
          <a:p>
            <a:pPr>
              <a:lnSpc>
                <a:spcPct val="114000"/>
              </a:lnSpc>
            </a:pPr>
            <a:r>
              <a:rPr lang="en-IN" sz="2000" dirty="0"/>
              <a:t>We have  different  kind of  </a:t>
            </a:r>
            <a:r>
              <a:rPr lang="en-IN" sz="2000"/>
              <a:t>roles </a:t>
            </a:r>
            <a:r>
              <a:rPr lang="en-IN" sz="2000" smtClean="0"/>
              <a:t>(Admin</a:t>
            </a:r>
            <a:r>
              <a:rPr lang="en-IN" sz="2000"/>
              <a:t>, </a:t>
            </a:r>
            <a:r>
              <a:rPr lang="en-IN" sz="2000" smtClean="0"/>
              <a:t>Superadmin</a:t>
            </a:r>
            <a:r>
              <a:rPr lang="en-IN" sz="2000"/>
              <a:t>, </a:t>
            </a:r>
            <a:r>
              <a:rPr lang="en-IN" sz="2000" smtClean="0"/>
              <a:t>Subadmin </a:t>
            </a:r>
            <a:r>
              <a:rPr lang="en-IN" sz="2000" dirty="0"/>
              <a:t>, </a:t>
            </a:r>
            <a:r>
              <a:rPr lang="en-IN" sz="2000"/>
              <a:t>normal </a:t>
            </a:r>
            <a:r>
              <a:rPr lang="en-IN" sz="2000" smtClean="0"/>
              <a:t>User)</a:t>
            </a:r>
            <a:endParaRPr lang="en-US" dirty="0">
              <a:solidFill>
                <a:prstClr val="black">
                  <a:lumMod val="85000"/>
                  <a:lumOff val="15000"/>
                </a:prstClr>
              </a:solidFill>
            </a:endParaRPr>
          </a:p>
        </p:txBody>
      </p:sp>
      <p:sp>
        <p:nvSpPr>
          <p:cNvPr id="11" name="TextBox 10"/>
          <p:cNvSpPr txBox="1"/>
          <p:nvPr/>
        </p:nvSpPr>
        <p:spPr>
          <a:xfrm>
            <a:off x="4373880" y="1219200"/>
            <a:ext cx="3962400" cy="2474524"/>
          </a:xfrm>
          <a:prstGeom prst="rect">
            <a:avLst/>
          </a:prstGeom>
          <a:noFill/>
        </p:spPr>
        <p:txBody>
          <a:bodyPr wrap="square" rtlCol="0">
            <a:normAutofit/>
          </a:bodyPr>
          <a:lstStyle/>
          <a:p>
            <a:pPr>
              <a:lnSpc>
                <a:spcPct val="114000"/>
              </a:lnSpc>
            </a:pPr>
            <a:endParaRPr lang="en-IN" sz="2000" dirty="0" smtClean="0"/>
          </a:p>
          <a:p>
            <a:pPr>
              <a:lnSpc>
                <a:spcPct val="114000"/>
              </a:lnSpc>
            </a:pPr>
            <a:endParaRPr lang="en-IN" sz="2000" dirty="0"/>
          </a:p>
          <a:p>
            <a:pPr>
              <a:lnSpc>
                <a:spcPct val="114000"/>
              </a:lnSpc>
            </a:pPr>
            <a:r>
              <a:rPr lang="en-IN" sz="2000" dirty="0" smtClean="0"/>
              <a:t>We </a:t>
            </a:r>
            <a:r>
              <a:rPr lang="en-IN" sz="2000" dirty="0"/>
              <a:t>have  </a:t>
            </a:r>
            <a:r>
              <a:rPr lang="en-IN" sz="2000"/>
              <a:t>integrated </a:t>
            </a:r>
            <a:r>
              <a:rPr lang="en-IN" sz="2000" smtClean="0"/>
              <a:t>our</a:t>
            </a:r>
            <a:r>
              <a:rPr lang="en-IN" sz="2000" smtClean="0"/>
              <a:t> </a:t>
            </a:r>
            <a:r>
              <a:rPr lang="en-IN" sz="2000" dirty="0"/>
              <a:t>payment gateway </a:t>
            </a:r>
            <a:r>
              <a:rPr lang="en-IN" sz="2000"/>
              <a:t>with </a:t>
            </a:r>
            <a:r>
              <a:rPr lang="en-IN" sz="2000" smtClean="0"/>
              <a:t>Paytm</a:t>
            </a:r>
            <a:endParaRPr lang="en-US" dirty="0">
              <a:solidFill>
                <a:prstClr val="black"/>
              </a:solidFill>
            </a:endParaRPr>
          </a:p>
        </p:txBody>
      </p:sp>
      <p:sp>
        <p:nvSpPr>
          <p:cNvPr id="9" name="Title 8"/>
          <p:cNvSpPr>
            <a:spLocks noGrp="1"/>
          </p:cNvSpPr>
          <p:nvPr>
            <p:ph type="title"/>
          </p:nvPr>
        </p:nvSpPr>
        <p:spPr/>
        <p:txBody>
          <a:bodyPr/>
          <a:lstStyle/>
          <a:p>
            <a:pPr lvl="0">
              <a:spcBef>
                <a:spcPts val="0"/>
              </a:spcBef>
            </a:pPr>
            <a:r>
              <a:rPr lang="en-US" sz="2800" b="1" dirty="0">
                <a:solidFill>
                  <a:prstClr val="black">
                    <a:lumMod val="85000"/>
                    <a:lumOff val="15000"/>
                  </a:prstClr>
                </a:solidFill>
                <a:latin typeface="+mn-lt"/>
                <a:ea typeface="+mn-ea"/>
                <a:cs typeface="+mn-cs"/>
              </a:rPr>
              <a:t>Getting </a:t>
            </a:r>
            <a:r>
              <a:rPr lang="en-US" sz="2800" b="1" dirty="0" smtClean="0">
                <a:solidFill>
                  <a:prstClr val="black">
                    <a:lumMod val="85000"/>
                    <a:lumOff val="15000"/>
                  </a:prstClr>
                </a:solidFill>
                <a:latin typeface="+mn-lt"/>
                <a:ea typeface="+mn-ea"/>
                <a:cs typeface="+mn-cs"/>
              </a:rPr>
              <a:t>Started</a:t>
            </a:r>
            <a:r>
              <a:rPr lang="en-US" sz="2800" dirty="0" smtClean="0">
                <a:solidFill>
                  <a:prstClr val="black"/>
                </a:solidFill>
                <a:latin typeface="+mn-lt"/>
                <a:ea typeface="+mn-ea"/>
                <a:cs typeface="+mn-cs"/>
              </a:rPr>
              <a:t> </a:t>
            </a:r>
            <a:r>
              <a:rPr lang="en-US" sz="2800" dirty="0">
                <a:solidFill>
                  <a:prstClr val="black">
                    <a:lumMod val="50000"/>
                    <a:lumOff val="50000"/>
                  </a:prstClr>
                </a:solidFill>
                <a:latin typeface="+mn-lt"/>
                <a:ea typeface="+mn-ea"/>
                <a:cs typeface="+mn-cs"/>
              </a:rPr>
              <a:t>with </a:t>
            </a:r>
            <a:r>
              <a:rPr lang="en-US" sz="2800" dirty="0" smtClean="0">
                <a:solidFill>
                  <a:prstClr val="black">
                    <a:lumMod val="50000"/>
                    <a:lumOff val="50000"/>
                  </a:prstClr>
                </a:solidFill>
                <a:latin typeface="+mn-lt"/>
                <a:ea typeface="+mn-ea"/>
                <a:cs typeface="+mn-cs"/>
              </a:rPr>
              <a:t>Templates</a:t>
            </a:r>
            <a:endParaRPr lang="en-US" dirty="0">
              <a:latin typeface="+mn-lt"/>
            </a:endParaRPr>
          </a:p>
        </p:txBody>
      </p:sp>
      <p:sp>
        <p:nvSpPr>
          <p:cNvPr id="3" name="AutoShape 2" descr="paytm-logo – Compare Specs and Pri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045" y="1772816"/>
            <a:ext cx="2933700"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32312" y="4090471"/>
            <a:ext cx="3180606" cy="1054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1399">
        <p14:rippl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rot="16200000">
            <a:off x="-2146014" y="2450815"/>
            <a:ext cx="5486400" cy="1041969"/>
          </a:xfrm>
          <a:prstGeom prst="rect">
            <a:avLst/>
          </a:prstGeom>
          <a:noFill/>
        </p:spPr>
        <p:txBody>
          <a:bodyPr wrap="square" rtlCol="0" anchor="b" anchorCtr="0">
            <a:normAutofit/>
          </a:bodyPr>
          <a:lstStyle/>
          <a:p>
            <a:r>
              <a:rPr lang="en-US" sz="3200" b="1" dirty="0" smtClean="0">
                <a:solidFill>
                  <a:prstClr val="white"/>
                </a:solidFill>
              </a:rPr>
              <a:t>Frontend Features</a:t>
            </a:r>
            <a:endParaRPr lang="en-US" sz="3200" dirty="0">
              <a:solidFill>
                <a:prstClr val="white"/>
              </a:solidFill>
            </a:endParaRPr>
          </a:p>
        </p:txBody>
      </p:sp>
      <p:sp>
        <p:nvSpPr>
          <p:cNvPr id="3" name="TextBox 2"/>
          <p:cNvSpPr txBox="1"/>
          <p:nvPr/>
        </p:nvSpPr>
        <p:spPr>
          <a:xfrm>
            <a:off x="1523999" y="685800"/>
            <a:ext cx="7391401" cy="1349828"/>
          </a:xfrm>
          <a:prstGeom prst="rect">
            <a:avLst/>
          </a:prstGeom>
          <a:noFill/>
        </p:spPr>
        <p:txBody>
          <a:bodyPr wrap="square" rtlCol="0">
            <a:normAutofit fontScale="92500" lnSpcReduction="10000"/>
          </a:bodyPr>
          <a:lstStyle/>
          <a:p>
            <a:r>
              <a:rPr lang="en-US" sz="2800" b="1" dirty="0" smtClean="0">
                <a:solidFill>
                  <a:prstClr val="black">
                    <a:lumMod val="50000"/>
                    <a:lumOff val="50000"/>
                  </a:prstClr>
                </a:solidFill>
              </a:rPr>
              <a:t>Frontend </a:t>
            </a:r>
          </a:p>
          <a:p>
            <a:pPr>
              <a:lnSpc>
                <a:spcPct val="30000"/>
              </a:lnSpc>
            </a:pPr>
            <a:endParaRPr lang="en-US" dirty="0">
              <a:solidFill>
                <a:prstClr val="black"/>
              </a:solidFill>
            </a:endParaRPr>
          </a:p>
          <a:p>
            <a:r>
              <a:rPr lang="en-IN" sz="2000">
                <a:latin typeface="Franklin Gothic Medium Cond" pitchFamily="34" charset="0"/>
              </a:rPr>
              <a:t>The </a:t>
            </a:r>
            <a:r>
              <a:rPr lang="en-IN" sz="2000" smtClean="0">
                <a:latin typeface="Franklin Gothic Medium Cond" pitchFamily="34" charset="0"/>
              </a:rPr>
              <a:t>admin  </a:t>
            </a:r>
            <a:r>
              <a:rPr lang="en-IN" sz="2000">
                <a:latin typeface="Franklin Gothic Medium Cond" pitchFamily="34" charset="0"/>
              </a:rPr>
              <a:t>can  </a:t>
            </a:r>
            <a:r>
              <a:rPr lang="en-IN" sz="2000" smtClean="0">
                <a:latin typeface="Franklin Gothic Medium Cond" pitchFamily="34" charset="0"/>
              </a:rPr>
              <a:t>able to add/remove/edit  </a:t>
            </a:r>
            <a:r>
              <a:rPr lang="en-IN" sz="2000" dirty="0">
                <a:latin typeface="Franklin Gothic Medium Cond" pitchFamily="34" charset="0"/>
              </a:rPr>
              <a:t>entities from the respective database  tables from the frontend, this removes the extra work of inserting values every time into database when there is a new data</a:t>
            </a:r>
          </a:p>
          <a:p>
            <a:endParaRPr lang="en-US" sz="1900" dirty="0" smtClean="0">
              <a:solidFill>
                <a:srgbClr val="2C99FC"/>
              </a:solidFill>
              <a:latin typeface="Franklin Gothic Medium Cond" pitchFamily="34" charset="0"/>
            </a:endParaRPr>
          </a:p>
          <a:p>
            <a:endParaRPr lang="en-US" dirty="0">
              <a:solidFill>
                <a:prstClr val="black"/>
              </a:solidFill>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2564904"/>
            <a:ext cx="4672764" cy="247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p14:flip dir="r"/>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3008313" cy="825500"/>
          </a:xfrm>
        </p:spPr>
        <p:txBody>
          <a:bodyPr/>
          <a:lstStyle/>
          <a:p>
            <a:r>
              <a:rPr lang="en-IN" dirty="0" smtClean="0"/>
              <a:t>TECHNOLOGIES USED </a:t>
            </a:r>
            <a:endParaRPr lang="en-IN" dirty="0"/>
          </a:p>
        </p:txBody>
      </p:sp>
      <p:sp>
        <p:nvSpPr>
          <p:cNvPr id="4" name="Text Placeholder 3"/>
          <p:cNvSpPr>
            <a:spLocks noGrp="1"/>
          </p:cNvSpPr>
          <p:nvPr>
            <p:ph type="body" sz="half" idx="2"/>
          </p:nvPr>
        </p:nvSpPr>
        <p:spPr>
          <a:xfrm>
            <a:off x="179512" y="1196752"/>
            <a:ext cx="3008313" cy="3822699"/>
          </a:xfrm>
        </p:spPr>
        <p:txBody>
          <a:bodyPr>
            <a:normAutofit fontScale="77500" lnSpcReduction="20000"/>
          </a:bodyPr>
          <a:lstStyle/>
          <a:p>
            <a:pPr lvl="1"/>
            <a:r>
              <a:rPr lang="en-IN" sz="2000" b="1" dirty="0" smtClean="0"/>
              <a:t>FRONTEND</a:t>
            </a:r>
          </a:p>
          <a:p>
            <a:pPr marL="628650" lvl="1" indent="-171450">
              <a:buFont typeface="Arial" pitchFamily="34" charset="0"/>
              <a:buChar char="•"/>
            </a:pPr>
            <a:r>
              <a:rPr lang="en-IN" sz="1800" b="1" i="1" dirty="0" smtClean="0"/>
              <a:t>JSP</a:t>
            </a:r>
          </a:p>
          <a:p>
            <a:pPr marL="628650" lvl="1" indent="-171450">
              <a:buFont typeface="Arial" pitchFamily="34" charset="0"/>
              <a:buChar char="•"/>
            </a:pPr>
            <a:r>
              <a:rPr lang="en-IN" sz="1600" b="1" i="1" dirty="0" smtClean="0"/>
              <a:t>CSS</a:t>
            </a:r>
          </a:p>
          <a:p>
            <a:pPr marL="628650" lvl="1" indent="-171450">
              <a:buFont typeface="Arial" pitchFamily="34" charset="0"/>
              <a:buChar char="•"/>
            </a:pPr>
            <a:r>
              <a:rPr lang="en-IN" sz="1600" b="1" i="1" smtClean="0"/>
              <a:t>AJAX</a:t>
            </a:r>
          </a:p>
          <a:p>
            <a:pPr marL="628650" lvl="1" indent="-171450">
              <a:buFont typeface="Arial" pitchFamily="34" charset="0"/>
              <a:buChar char="•"/>
            </a:pPr>
            <a:r>
              <a:rPr lang="en-IN" sz="1600" b="1" i="1" smtClean="0"/>
              <a:t>BOOTSTRAP</a:t>
            </a:r>
          </a:p>
          <a:p>
            <a:pPr marL="628650" lvl="1" indent="-171450">
              <a:buFont typeface="Arial" pitchFamily="34" charset="0"/>
              <a:buChar char="•"/>
            </a:pPr>
            <a:r>
              <a:rPr lang="en-IN" sz="1600" b="1" i="1" smtClean="0"/>
              <a:t>JAVASCRIPT</a:t>
            </a:r>
            <a:endParaRPr lang="en-IN" sz="1600" b="1" i="1" dirty="0" smtClean="0"/>
          </a:p>
          <a:p>
            <a:pPr lvl="1"/>
            <a:endParaRPr lang="en-IN" dirty="0"/>
          </a:p>
          <a:p>
            <a:pPr lvl="1"/>
            <a:r>
              <a:rPr lang="en-IN" sz="2000" b="1" dirty="0" smtClean="0"/>
              <a:t>BACKEND</a:t>
            </a:r>
          </a:p>
          <a:p>
            <a:pPr marL="800100" lvl="1" indent="-342900">
              <a:buFont typeface="Arial" pitchFamily="34" charset="0"/>
              <a:buChar char="•"/>
            </a:pPr>
            <a:r>
              <a:rPr lang="en-IN" sz="1400" b="1" i="1" dirty="0" smtClean="0"/>
              <a:t>SPRING BOOT </a:t>
            </a:r>
            <a:r>
              <a:rPr lang="en-IN" sz="1400" b="1" i="1" smtClean="0"/>
              <a:t>REST API</a:t>
            </a:r>
          </a:p>
          <a:p>
            <a:pPr marL="800100" lvl="1" indent="-342900">
              <a:buFont typeface="Arial" pitchFamily="34" charset="0"/>
              <a:buChar char="•"/>
            </a:pPr>
            <a:r>
              <a:rPr lang="en-IN" sz="1400" b="1" i="1" smtClean="0"/>
              <a:t>JPA REPOSITORY</a:t>
            </a:r>
            <a:endParaRPr lang="en-IN" sz="1400" b="1" i="1" dirty="0" smtClean="0"/>
          </a:p>
          <a:p>
            <a:pPr marL="800100" lvl="1" indent="-342900">
              <a:buFont typeface="Arial" pitchFamily="34" charset="0"/>
              <a:buChar char="•"/>
            </a:pPr>
            <a:r>
              <a:rPr lang="en-IN" sz="1400" b="1" i="1" smtClean="0"/>
              <a:t>MY-SQL</a:t>
            </a:r>
          </a:p>
          <a:p>
            <a:pPr marL="800100" lvl="1" indent="-342900">
              <a:buFont typeface="Arial" pitchFamily="34" charset="0"/>
              <a:buChar char="•"/>
            </a:pPr>
            <a:endParaRPr lang="en-IN" sz="1400" b="1" i="1"/>
          </a:p>
          <a:p>
            <a:pPr lvl="1"/>
            <a:r>
              <a:rPr lang="en-IN" sz="2000" b="1" smtClean="0"/>
              <a:t>SERVICES</a:t>
            </a:r>
            <a:endParaRPr lang="en-IN" sz="2000" b="1"/>
          </a:p>
          <a:p>
            <a:pPr marL="800100" lvl="1" indent="-342900">
              <a:buFont typeface="Arial" pitchFamily="34" charset="0"/>
              <a:buChar char="•"/>
            </a:pPr>
            <a:r>
              <a:rPr lang="en-IN" sz="1400" b="1" i="1" smtClean="0"/>
              <a:t>SMS - TWILIO</a:t>
            </a:r>
            <a:endParaRPr lang="en-IN" sz="1400" b="1" i="1"/>
          </a:p>
          <a:p>
            <a:pPr marL="800100" lvl="1" indent="-342900">
              <a:buFont typeface="Arial" pitchFamily="34" charset="0"/>
              <a:buChar char="•"/>
            </a:pPr>
            <a:r>
              <a:rPr lang="en-IN" sz="1400" b="1" i="1" smtClean="0"/>
              <a:t>EMAIL – SPRING BOOT EMAIL CONFIGURATION</a:t>
            </a:r>
          </a:p>
          <a:p>
            <a:pPr marL="800100" lvl="1" indent="-342900">
              <a:buFont typeface="Arial" pitchFamily="34" charset="0"/>
              <a:buChar char="•"/>
            </a:pPr>
            <a:r>
              <a:rPr lang="en-IN" sz="1400" b="1" i="1" smtClean="0"/>
              <a:t>PAYMENT – PAYTM</a:t>
            </a:r>
          </a:p>
          <a:p>
            <a:pPr marL="800100" lvl="1" indent="-342900">
              <a:buFont typeface="Arial" pitchFamily="34" charset="0"/>
              <a:buChar char="•"/>
            </a:pPr>
            <a:r>
              <a:rPr lang="en-IN" sz="1400" b="1" i="1" smtClean="0"/>
              <a:t>PDF – OPENPDF</a:t>
            </a:r>
          </a:p>
          <a:p>
            <a:pPr marL="800100" lvl="1" indent="-342900">
              <a:buFont typeface="Arial" pitchFamily="34" charset="0"/>
              <a:buChar char="•"/>
            </a:pPr>
            <a:r>
              <a:rPr lang="en-IN" sz="1400" b="1" i="1" smtClean="0"/>
              <a:t>EXCEL – POI-OOXML</a:t>
            </a:r>
            <a:endParaRPr lang="en-IN" sz="1400" b="1" i="1"/>
          </a:p>
          <a:p>
            <a:pPr lvl="1"/>
            <a:endParaRPr lang="en-IN" sz="1400" b="1" i="1" dirty="0" smtClean="0"/>
          </a:p>
        </p:txBody>
      </p:sp>
      <p:pic>
        <p:nvPicPr>
          <p:cNvPr id="3074"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923928" y="831769"/>
            <a:ext cx="2088232" cy="1060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876256" y="820697"/>
            <a:ext cx="2088232" cy="1082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923928" y="2248284"/>
            <a:ext cx="2088232" cy="99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6876256" y="2248285"/>
            <a:ext cx="2118128" cy="99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923927" y="3789040"/>
            <a:ext cx="2088233" cy="96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6876256" y="3789040"/>
            <a:ext cx="2118128" cy="96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04687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4" name="Oval 3"/>
          <p:cNvSpPr/>
          <p:nvPr/>
        </p:nvSpPr>
        <p:spPr>
          <a:xfrm>
            <a:off x="762000" y="1946209"/>
            <a:ext cx="2057400" cy="2057400"/>
          </a:xfrm>
          <a:prstGeom prst="ellipse">
            <a:avLst/>
          </a:prstGeom>
          <a:gradFill>
            <a:gsLst>
              <a:gs pos="0">
                <a:srgbClr val="00B0F0"/>
              </a:gs>
              <a:gs pos="50000">
                <a:srgbClr val="399ECB"/>
              </a:gs>
              <a:gs pos="100000">
                <a:srgbClr val="0077D0"/>
              </a:gs>
            </a:gsLst>
            <a:path path="circle">
              <a:fillToRect l="50000" t="50000" r="50000" b="50000"/>
            </a:path>
          </a:gradFill>
          <a:ln w="82550">
            <a:noFill/>
          </a:ln>
          <a:effectLst>
            <a:outerShdw blurRad="127000" dist="165100" dir="5400000" sx="90000" sy="-19000"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prstClr val="white"/>
                </a:solidFill>
              </a:rPr>
              <a:t>             </a:t>
            </a:r>
            <a:endParaRPr lang="en-US" dirty="0">
              <a:solidFill>
                <a:prstClr val="white"/>
              </a:solidFill>
            </a:endParaRPr>
          </a:p>
        </p:txBody>
      </p:sp>
      <p:sp>
        <p:nvSpPr>
          <p:cNvPr id="8" name="Oval 7"/>
          <p:cNvSpPr/>
          <p:nvPr/>
        </p:nvSpPr>
        <p:spPr>
          <a:xfrm>
            <a:off x="1007328" y="1992354"/>
            <a:ext cx="1583472" cy="1295400"/>
          </a:xfrm>
          <a:prstGeom prst="ellipse">
            <a:avLst/>
          </a:prstGeom>
          <a:gradFill flip="none" rotWithShape="1">
            <a:gsLst>
              <a:gs pos="63000">
                <a:schemeClr val="bg1">
                  <a:alpha val="7000"/>
                </a:schemeClr>
              </a:gs>
              <a:gs pos="72000">
                <a:schemeClr val="bg1">
                  <a:alpha val="15000"/>
                </a:schemeClr>
              </a:gs>
              <a:gs pos="91000">
                <a:schemeClr val="bg1">
                  <a:alpha val="2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prstClr val="white"/>
                </a:solidFill>
              </a:rPr>
              <a:t>       </a:t>
            </a:r>
            <a:endParaRPr lang="en-US" dirty="0">
              <a:solidFill>
                <a:prstClr val="white"/>
              </a:solidFill>
            </a:endParaRPr>
          </a:p>
        </p:txBody>
      </p:sp>
      <p:sp>
        <p:nvSpPr>
          <p:cNvPr id="17" name="TextBox 16"/>
          <p:cNvSpPr txBox="1"/>
          <p:nvPr/>
        </p:nvSpPr>
        <p:spPr>
          <a:xfrm>
            <a:off x="1159728" y="1531434"/>
            <a:ext cx="1219200" cy="2708434"/>
          </a:xfrm>
          <a:prstGeom prst="rect">
            <a:avLst/>
          </a:prstGeom>
          <a:noFill/>
        </p:spPr>
        <p:txBody>
          <a:bodyPr wrap="square" rtlCol="0">
            <a:spAutoFit/>
          </a:bodyPr>
          <a:lstStyle/>
          <a:p>
            <a:r>
              <a:rPr lang="en-US" sz="17000" b="1" dirty="0" smtClean="0">
                <a:solidFill>
                  <a:srgbClr val="2A7A9E">
                    <a:alpha val="40000"/>
                  </a:srgbClr>
                </a:solidFill>
                <a:cs typeface="Arial" pitchFamily="34" charset="0"/>
              </a:rPr>
              <a:t>2</a:t>
            </a:r>
            <a:endParaRPr lang="en-US" sz="17000" b="1" dirty="0">
              <a:solidFill>
                <a:srgbClr val="2A7A9E">
                  <a:alpha val="40000"/>
                </a:srgbClr>
              </a:solidFill>
              <a:cs typeface="Arial" pitchFamily="34" charset="0"/>
            </a:endParaRPr>
          </a:p>
        </p:txBody>
      </p:sp>
      <p:sp>
        <p:nvSpPr>
          <p:cNvPr id="9" name="Title 8"/>
          <p:cNvSpPr>
            <a:spLocks noGrp="1"/>
          </p:cNvSpPr>
          <p:nvPr>
            <p:ph type="title"/>
          </p:nvPr>
        </p:nvSpPr>
        <p:spPr/>
        <p:txBody>
          <a:bodyPr>
            <a:noAutofit/>
          </a:bodyPr>
          <a:lstStyle/>
          <a:p>
            <a:pPr lvl="0">
              <a:spcBef>
                <a:spcPts val="0"/>
              </a:spcBef>
            </a:pPr>
            <a:r>
              <a:rPr lang="en-US" sz="4000" cap="none" dirty="0" smtClean="0">
                <a:solidFill>
                  <a:prstClr val="black">
                    <a:lumMod val="85000"/>
                    <a:lumOff val="15000"/>
                  </a:prstClr>
                </a:solidFill>
                <a:ea typeface="+mn-ea"/>
                <a:cs typeface="+mn-cs"/>
              </a:rPr>
              <a:t>TASKS GIVEN</a:t>
            </a:r>
            <a:endParaRPr lang="en-US" sz="4000" b="0" cap="none" dirty="0">
              <a:solidFill>
                <a:prstClr val="black">
                  <a:lumMod val="50000"/>
                  <a:lumOff val="50000"/>
                </a:prstClr>
              </a:solidFill>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700">
        <p14:gallery dir="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4" cstate="print">
            <a:lum/>
          </a:blip>
          <a:srcRect/>
          <a:stretch>
            <a:fillRect/>
          </a:stretch>
        </a:blip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cstate="print"/>
          <a:stretch>
            <a:fillRect/>
          </a:stretch>
        </p:blipFill>
        <p:spPr>
          <a:xfrm>
            <a:off x="0" y="762000"/>
            <a:ext cx="2445488" cy="2286000"/>
          </a:xfrm>
          <a:prstGeom prst="rect">
            <a:avLst/>
          </a:prstGeom>
        </p:spPr>
      </p:pic>
      <p:sp>
        <p:nvSpPr>
          <p:cNvPr id="4" name="TextBox 3"/>
          <p:cNvSpPr txBox="1"/>
          <p:nvPr/>
        </p:nvSpPr>
        <p:spPr>
          <a:xfrm>
            <a:off x="1228724" y="2217355"/>
            <a:ext cx="7229475" cy="461665"/>
          </a:xfrm>
          <a:prstGeom prst="rect">
            <a:avLst/>
          </a:prstGeom>
          <a:noFill/>
        </p:spPr>
        <p:txBody>
          <a:bodyPr wrap="square" rtlCol="0" anchor="b" anchorCtr="0">
            <a:normAutofit/>
          </a:bodyPr>
          <a:lstStyle/>
          <a:p>
            <a:endParaRPr lang="en-US" sz="2400" dirty="0">
              <a:solidFill>
                <a:prstClr val="black">
                  <a:lumMod val="50000"/>
                  <a:lumOff val="50000"/>
                </a:prstClr>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569501289"/>
              </p:ext>
            </p:extLst>
          </p:nvPr>
        </p:nvGraphicFramePr>
        <p:xfrm>
          <a:off x="1524000" y="1397000"/>
          <a:ext cx="6096000" cy="3337560"/>
        </p:xfrm>
        <a:graphic>
          <a:graphicData uri="http://schemas.openxmlformats.org/drawingml/2006/table">
            <a:tbl>
              <a:tblPr firstRow="1" bandRow="1">
                <a:tableStyleId>{5C22544A-7EE6-4342-B048-85BDC9FD1C3A}</a:tableStyleId>
              </a:tblPr>
              <a:tblGrid>
                <a:gridCol w="6096000"/>
              </a:tblGrid>
              <a:tr h="370840">
                <a:tc>
                  <a:txBody>
                    <a:bodyPr/>
                    <a:lstStyle/>
                    <a:p>
                      <a:pPr algn="ctr"/>
                      <a:r>
                        <a:rPr lang="en-IN" dirty="0" smtClean="0"/>
                        <a:t>Tasks given </a:t>
                      </a:r>
                      <a:endParaRPr lang="en-IN" dirty="0"/>
                    </a:p>
                  </a:txBody>
                  <a:tcPr/>
                </a:tc>
              </a:tr>
              <a:tr h="370840">
                <a:tc>
                  <a:txBody>
                    <a:bodyPr/>
                    <a:lstStyle/>
                    <a:p>
                      <a:r>
                        <a:rPr lang="en-IN" dirty="0" err="1" smtClean="0"/>
                        <a:t>Sms</a:t>
                      </a:r>
                      <a:endParaRPr lang="en-IN" dirty="0" smtClean="0"/>
                    </a:p>
                  </a:txBody>
                  <a:tcPr/>
                </a:tc>
              </a:tr>
              <a:tr h="370840">
                <a:tc>
                  <a:txBody>
                    <a:bodyPr/>
                    <a:lstStyle/>
                    <a:p>
                      <a:r>
                        <a:rPr lang="en-IN" dirty="0" smtClean="0"/>
                        <a:t>Email</a:t>
                      </a:r>
                      <a:endParaRPr lang="en-IN" dirty="0"/>
                    </a:p>
                  </a:txBody>
                  <a:tcPr/>
                </a:tc>
              </a:tr>
              <a:tr h="370840">
                <a:tc>
                  <a:txBody>
                    <a:bodyPr/>
                    <a:lstStyle/>
                    <a:p>
                      <a:r>
                        <a:rPr lang="en-IN" dirty="0" smtClean="0"/>
                        <a:t>PDF generation</a:t>
                      </a:r>
                      <a:endParaRPr lang="en-IN" dirty="0"/>
                    </a:p>
                  </a:txBody>
                  <a:tcPr/>
                </a:tc>
              </a:tr>
              <a:tr h="370840">
                <a:tc>
                  <a:txBody>
                    <a:bodyPr/>
                    <a:lstStyle/>
                    <a:p>
                      <a:r>
                        <a:rPr lang="en-IN" dirty="0" smtClean="0"/>
                        <a:t>Excel</a:t>
                      </a:r>
                      <a:r>
                        <a:rPr lang="en-IN" baseline="0" dirty="0" smtClean="0"/>
                        <a:t> generation</a:t>
                      </a:r>
                      <a:endParaRPr lang="en-IN" dirty="0"/>
                    </a:p>
                  </a:txBody>
                  <a:tcPr/>
                </a:tc>
              </a:tr>
              <a:tr h="370840">
                <a:tc>
                  <a:txBody>
                    <a:bodyPr/>
                    <a:lstStyle/>
                    <a:p>
                      <a:r>
                        <a:rPr lang="en-IN" dirty="0" smtClean="0"/>
                        <a:t>MVC architecture</a:t>
                      </a:r>
                      <a:endParaRPr lang="en-IN" dirty="0"/>
                    </a:p>
                  </a:txBody>
                  <a:tcPr/>
                </a:tc>
              </a:tr>
              <a:tr h="370840">
                <a:tc>
                  <a:txBody>
                    <a:bodyPr/>
                    <a:lstStyle/>
                    <a:p>
                      <a:r>
                        <a:rPr lang="en-IN" dirty="0" smtClean="0"/>
                        <a:t>Authentication</a:t>
                      </a:r>
                      <a:endParaRPr lang="en-IN" dirty="0"/>
                    </a:p>
                  </a:txBody>
                  <a:tcPr/>
                </a:tc>
              </a:tr>
              <a:tr h="370840">
                <a:tc>
                  <a:txBody>
                    <a:bodyPr/>
                    <a:lstStyle/>
                    <a:p>
                      <a:r>
                        <a:rPr lang="en-IN" dirty="0" smtClean="0"/>
                        <a:t>Spring boot </a:t>
                      </a:r>
                      <a:endParaRPr lang="en-IN" dirty="0"/>
                    </a:p>
                  </a:txBody>
                  <a:tcPr/>
                </a:tc>
              </a:tr>
              <a:tr h="370840">
                <a:tc>
                  <a:txBody>
                    <a:bodyPr/>
                    <a:lstStyle/>
                    <a:p>
                      <a:r>
                        <a:rPr lang="en-IN" dirty="0" smtClean="0"/>
                        <a:t>JPA repository</a:t>
                      </a:r>
                      <a:endParaRPr lang="en-IN" dirty="0"/>
                    </a:p>
                  </a:txBody>
                  <a:tcPr/>
                </a:tc>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3" name="Oval 2"/>
          <p:cNvSpPr/>
          <p:nvPr/>
        </p:nvSpPr>
        <p:spPr>
          <a:xfrm>
            <a:off x="762000" y="1946209"/>
            <a:ext cx="2057400" cy="2057400"/>
          </a:xfrm>
          <a:prstGeom prst="ellipse">
            <a:avLst/>
          </a:prstGeom>
          <a:gradFill flip="none" rotWithShape="1">
            <a:gsLst>
              <a:gs pos="5000">
                <a:srgbClr val="84D830"/>
              </a:gs>
              <a:gs pos="48000">
                <a:srgbClr val="7BCF27"/>
              </a:gs>
              <a:gs pos="100000">
                <a:srgbClr val="56901C"/>
              </a:gs>
            </a:gsLst>
            <a:path path="circle">
              <a:fillToRect l="50000" t="50000" r="50000" b="50000"/>
            </a:path>
            <a:tileRect/>
          </a:gradFill>
          <a:ln w="50800">
            <a:noFill/>
          </a:ln>
          <a:effectLst>
            <a:outerShdw blurRad="152400" dist="165100" dir="5400000" sx="90000" sy="-19000"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prstClr val="white"/>
                </a:solidFill>
              </a:rPr>
              <a:t>             </a:t>
            </a:r>
          </a:p>
        </p:txBody>
      </p:sp>
      <p:sp>
        <p:nvSpPr>
          <p:cNvPr id="6" name="Oval 5"/>
          <p:cNvSpPr/>
          <p:nvPr/>
        </p:nvSpPr>
        <p:spPr>
          <a:xfrm>
            <a:off x="1007328" y="1992354"/>
            <a:ext cx="1583472" cy="1295400"/>
          </a:xfrm>
          <a:prstGeom prst="ellipse">
            <a:avLst/>
          </a:prstGeom>
          <a:gradFill flip="none" rotWithShape="1">
            <a:gsLst>
              <a:gs pos="63000">
                <a:schemeClr val="bg1">
                  <a:alpha val="7000"/>
                </a:schemeClr>
              </a:gs>
              <a:gs pos="72000">
                <a:schemeClr val="bg1">
                  <a:alpha val="15000"/>
                </a:schemeClr>
              </a:gs>
              <a:gs pos="91000">
                <a:schemeClr val="bg1">
                  <a:alpha val="28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prstClr val="white"/>
                </a:solidFill>
              </a:rPr>
              <a:t>       </a:t>
            </a:r>
            <a:endParaRPr lang="en-US" dirty="0">
              <a:solidFill>
                <a:prstClr val="white"/>
              </a:solidFill>
            </a:endParaRPr>
          </a:p>
        </p:txBody>
      </p:sp>
      <p:sp>
        <p:nvSpPr>
          <p:cNvPr id="13" name="TextBox 12"/>
          <p:cNvSpPr txBox="1"/>
          <p:nvPr/>
        </p:nvSpPr>
        <p:spPr>
          <a:xfrm>
            <a:off x="1157868" y="1592766"/>
            <a:ext cx="1219200" cy="2708434"/>
          </a:xfrm>
          <a:prstGeom prst="rect">
            <a:avLst/>
          </a:prstGeom>
          <a:noFill/>
        </p:spPr>
        <p:txBody>
          <a:bodyPr wrap="square" rtlCol="0">
            <a:spAutoFit/>
          </a:bodyPr>
          <a:lstStyle/>
          <a:p>
            <a:r>
              <a:rPr lang="en-US" sz="17000" b="1" dirty="0" smtClean="0">
                <a:solidFill>
                  <a:srgbClr val="65B131">
                    <a:alpha val="64000"/>
                  </a:srgbClr>
                </a:solidFill>
                <a:cs typeface="Arial" pitchFamily="34" charset="0"/>
              </a:rPr>
              <a:t>3</a:t>
            </a:r>
            <a:endParaRPr lang="en-US" sz="17000" b="1" dirty="0">
              <a:solidFill>
                <a:srgbClr val="65B131">
                  <a:alpha val="64000"/>
                </a:srgbClr>
              </a:solidFill>
              <a:cs typeface="Arial" pitchFamily="34" charset="0"/>
            </a:endParaRPr>
          </a:p>
        </p:txBody>
      </p:sp>
      <p:sp>
        <p:nvSpPr>
          <p:cNvPr id="8" name="Title 7"/>
          <p:cNvSpPr>
            <a:spLocks noGrp="1"/>
          </p:cNvSpPr>
          <p:nvPr>
            <p:ph type="title"/>
          </p:nvPr>
        </p:nvSpPr>
        <p:spPr/>
        <p:txBody>
          <a:bodyPr>
            <a:noAutofit/>
          </a:bodyPr>
          <a:lstStyle/>
          <a:p>
            <a:pPr lvl="0">
              <a:spcBef>
                <a:spcPts val="0"/>
              </a:spcBef>
            </a:pPr>
            <a:r>
              <a:rPr lang="en-US" sz="4000" cap="none" dirty="0" smtClean="0">
                <a:solidFill>
                  <a:prstClr val="black">
                    <a:lumMod val="85000"/>
                    <a:lumOff val="15000"/>
                  </a:prstClr>
                </a:solidFill>
                <a:ea typeface="+mn-ea"/>
                <a:cs typeface="+mn-cs"/>
              </a:rPr>
              <a:t>FINAL RESULT</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14:dur="1700">
        <p14:gallery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THE TASKS WE HAVE DONE!</a:t>
            </a:r>
            <a:endParaRPr lang="en-IN" dirty="0"/>
          </a:p>
        </p:txBody>
      </p:sp>
      <p:sp>
        <p:nvSpPr>
          <p:cNvPr id="4" name="TextBox 3"/>
          <p:cNvSpPr txBox="1"/>
          <p:nvPr/>
        </p:nvSpPr>
        <p:spPr>
          <a:xfrm>
            <a:off x="208183" y="2276872"/>
            <a:ext cx="8604448" cy="2585323"/>
          </a:xfrm>
          <a:prstGeom prst="rect">
            <a:avLst/>
          </a:prstGeom>
          <a:noFill/>
        </p:spPr>
        <p:txBody>
          <a:bodyPr wrap="square" rtlCol="0">
            <a:spAutoFit/>
          </a:bodyPr>
          <a:lstStyle/>
          <a:p>
            <a:pPr marL="285750" indent="-285750">
              <a:buFont typeface="Arial" pitchFamily="34" charset="0"/>
              <a:buChar char="•"/>
            </a:pPr>
            <a:r>
              <a:rPr lang="en-IN" dirty="0" smtClean="0"/>
              <a:t>We </a:t>
            </a:r>
            <a:r>
              <a:rPr lang="en-IN" smtClean="0"/>
              <a:t>have use the email service for the contact us as well as for the forgot password  </a:t>
            </a:r>
            <a:endParaRPr lang="en-IN" dirty="0" smtClean="0"/>
          </a:p>
          <a:p>
            <a:pPr marL="285750" indent="-285750">
              <a:buFont typeface="Arial" pitchFamily="34" charset="0"/>
              <a:buChar char="•"/>
            </a:pPr>
            <a:r>
              <a:rPr lang="en-IN" dirty="0" smtClean="0"/>
              <a:t>The users will book  their hotels , caters and add-ons in the bookings form</a:t>
            </a:r>
          </a:p>
          <a:p>
            <a:pPr marL="285750" indent="-285750">
              <a:buFont typeface="Arial" pitchFamily="34" charset="0"/>
              <a:buChar char="•"/>
            </a:pPr>
            <a:r>
              <a:rPr lang="en-IN" dirty="0" smtClean="0"/>
              <a:t>The users then wait for the admin to accept the booking</a:t>
            </a:r>
          </a:p>
          <a:p>
            <a:pPr marL="285750" indent="-285750">
              <a:buFont typeface="Arial" pitchFamily="34" charset="0"/>
              <a:buChar char="•"/>
            </a:pPr>
            <a:r>
              <a:rPr lang="en-IN" dirty="0" smtClean="0"/>
              <a:t>After the admin accepts the booking , the user will be given the button “pay”</a:t>
            </a:r>
          </a:p>
          <a:p>
            <a:pPr marL="285750" indent="-285750">
              <a:buFont typeface="Arial" pitchFamily="34" charset="0"/>
              <a:buChar char="•"/>
            </a:pPr>
            <a:r>
              <a:rPr lang="en-IN" dirty="0" smtClean="0"/>
              <a:t>This pay button will go to the </a:t>
            </a:r>
            <a:r>
              <a:rPr lang="en-IN" dirty="0" err="1" smtClean="0"/>
              <a:t>paytm</a:t>
            </a:r>
            <a:r>
              <a:rPr lang="en-IN" dirty="0" smtClean="0"/>
              <a:t> </a:t>
            </a:r>
            <a:r>
              <a:rPr lang="en-IN" smtClean="0"/>
              <a:t>webpage </a:t>
            </a:r>
            <a:endParaRPr lang="en-IN" dirty="0" smtClean="0"/>
          </a:p>
          <a:p>
            <a:pPr marL="285750" indent="-285750">
              <a:buFont typeface="Arial" pitchFamily="34" charset="0"/>
              <a:buChar char="•"/>
            </a:pPr>
            <a:r>
              <a:rPr lang="en-IN" dirty="0" smtClean="0"/>
              <a:t>The </a:t>
            </a:r>
            <a:r>
              <a:rPr lang="en-IN" dirty="0" err="1" smtClean="0"/>
              <a:t>paytm</a:t>
            </a:r>
            <a:r>
              <a:rPr lang="en-IN" dirty="0" smtClean="0"/>
              <a:t> webpage login credentials are 77777 77777 and password</a:t>
            </a:r>
            <a:r>
              <a:rPr lang="en-IN" dirty="0"/>
              <a:t>: Paytm12345 and OTP: </a:t>
            </a:r>
            <a:r>
              <a:rPr lang="en-IN" dirty="0" smtClean="0"/>
              <a:t>489871</a:t>
            </a:r>
          </a:p>
          <a:p>
            <a:pPr marL="285750" indent="-285750">
              <a:buFont typeface="Arial" pitchFamily="34" charset="0"/>
              <a:buChar char="•"/>
            </a:pPr>
            <a:r>
              <a:rPr lang="en-IN" smtClean="0"/>
              <a:t>After </a:t>
            </a:r>
            <a:r>
              <a:rPr lang="en-IN" smtClean="0"/>
              <a:t> </a:t>
            </a:r>
            <a:r>
              <a:rPr lang="en-IN" dirty="0" smtClean="0"/>
              <a:t>paying the amount with </a:t>
            </a:r>
            <a:r>
              <a:rPr lang="en-IN" dirty="0" err="1" smtClean="0"/>
              <a:t>paytm</a:t>
            </a:r>
            <a:r>
              <a:rPr lang="en-IN" dirty="0" smtClean="0"/>
              <a:t> then the user will be able to download </a:t>
            </a:r>
            <a:r>
              <a:rPr lang="en-IN" smtClean="0"/>
              <a:t>the bill as a </a:t>
            </a:r>
            <a:r>
              <a:rPr lang="en-IN" smtClean="0"/>
              <a:t>pdf</a:t>
            </a:r>
            <a:endParaRPr lang="en-IN" dirty="0" smtClean="0"/>
          </a:p>
        </p:txBody>
      </p:sp>
      <p:sp>
        <p:nvSpPr>
          <p:cNvPr id="5" name="TextBox 4"/>
          <p:cNvSpPr txBox="1"/>
          <p:nvPr/>
        </p:nvSpPr>
        <p:spPr>
          <a:xfrm>
            <a:off x="429963" y="1377642"/>
            <a:ext cx="2149948" cy="646331"/>
          </a:xfrm>
          <a:prstGeom prst="rect">
            <a:avLst/>
          </a:prstGeom>
          <a:noFill/>
        </p:spPr>
        <p:txBody>
          <a:bodyPr wrap="none" rtlCol="0">
            <a:spAutoFit/>
          </a:bodyPr>
          <a:lstStyle/>
          <a:p>
            <a:r>
              <a:rPr lang="en-IN" sz="3600" b="1" dirty="0" smtClean="0"/>
              <a:t>USER SIDE</a:t>
            </a:r>
            <a:endParaRPr lang="en-IN" sz="3600" b="1" dirty="0"/>
          </a:p>
        </p:txBody>
      </p:sp>
    </p:spTree>
    <p:extLst>
      <p:ext uri="{BB962C8B-B14F-4D97-AF65-F5344CB8AC3E}">
        <p14:creationId xmlns:p14="http://schemas.microsoft.com/office/powerpoint/2010/main" val="35178874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THE TASKS WE HAVE DONE!</a:t>
            </a:r>
            <a:endParaRPr lang="en-IN" dirty="0"/>
          </a:p>
        </p:txBody>
      </p:sp>
      <p:sp>
        <p:nvSpPr>
          <p:cNvPr id="4" name="TextBox 3"/>
          <p:cNvSpPr txBox="1"/>
          <p:nvPr/>
        </p:nvSpPr>
        <p:spPr>
          <a:xfrm>
            <a:off x="208183" y="2420888"/>
            <a:ext cx="8604448" cy="2308324"/>
          </a:xfrm>
          <a:prstGeom prst="rect">
            <a:avLst/>
          </a:prstGeom>
          <a:noFill/>
        </p:spPr>
        <p:txBody>
          <a:bodyPr wrap="square" rtlCol="0">
            <a:spAutoFit/>
          </a:bodyPr>
          <a:lstStyle/>
          <a:p>
            <a:pPr marL="285750" indent="-285750">
              <a:buFont typeface="Arial" pitchFamily="34" charset="0"/>
              <a:buChar char="•"/>
            </a:pPr>
            <a:r>
              <a:rPr lang="en-IN" dirty="0" smtClean="0"/>
              <a:t>The admin has control over all  data in the database from the </a:t>
            </a:r>
            <a:r>
              <a:rPr lang="en-IN" smtClean="0"/>
              <a:t>frontend </a:t>
            </a:r>
          </a:p>
          <a:p>
            <a:pPr marL="285750" indent="-285750">
              <a:buFont typeface="Arial" pitchFamily="34" charset="0"/>
              <a:buChar char="•"/>
            </a:pPr>
            <a:r>
              <a:rPr lang="en-IN"/>
              <a:t>There are 3 types of </a:t>
            </a:r>
            <a:r>
              <a:rPr lang="en-IN" smtClean="0"/>
              <a:t>admins </a:t>
            </a:r>
            <a:r>
              <a:rPr lang="en-IN"/>
              <a:t>– Admin, Super Admin, Sub </a:t>
            </a:r>
            <a:r>
              <a:rPr lang="en-IN" smtClean="0"/>
              <a:t>Admin</a:t>
            </a:r>
            <a:endParaRPr lang="en-IN" dirty="0" smtClean="0"/>
          </a:p>
          <a:p>
            <a:pPr marL="285750" indent="-285750">
              <a:buFont typeface="Arial" pitchFamily="34" charset="0"/>
              <a:buChar char="•"/>
            </a:pPr>
            <a:r>
              <a:rPr lang="en-IN" dirty="0" smtClean="0"/>
              <a:t>The admin </a:t>
            </a:r>
            <a:r>
              <a:rPr lang="en-IN" smtClean="0"/>
              <a:t>can able to add</a:t>
            </a:r>
            <a:r>
              <a:rPr lang="en-IN" dirty="0" smtClean="0"/>
              <a:t>, delete, edit the details of all </a:t>
            </a:r>
            <a:r>
              <a:rPr lang="en-IN" smtClean="0"/>
              <a:t>table contents</a:t>
            </a:r>
          </a:p>
          <a:p>
            <a:pPr marL="285750" indent="-285750">
              <a:buFont typeface="Arial" pitchFamily="34" charset="0"/>
              <a:buChar char="•"/>
            </a:pPr>
            <a:r>
              <a:rPr lang="en-IN"/>
              <a:t>The </a:t>
            </a:r>
            <a:r>
              <a:rPr lang="en-IN" smtClean="0"/>
              <a:t>superadmin </a:t>
            </a:r>
            <a:r>
              <a:rPr lang="en-IN"/>
              <a:t>can </a:t>
            </a:r>
            <a:r>
              <a:rPr lang="en-IN" smtClean="0"/>
              <a:t>able </a:t>
            </a:r>
            <a:r>
              <a:rPr lang="en-IN"/>
              <a:t>to add and edit the details of </a:t>
            </a:r>
            <a:r>
              <a:rPr lang="en-IN" smtClean="0"/>
              <a:t>Hotel,Catering,Vendors,events and manage the booking details</a:t>
            </a:r>
          </a:p>
          <a:p>
            <a:pPr marL="285750" indent="-285750">
              <a:buFont typeface="Arial" pitchFamily="34" charset="0"/>
              <a:buChar char="•"/>
            </a:pPr>
            <a:r>
              <a:rPr lang="en-IN" smtClean="0"/>
              <a:t>The subadmin can only able to add and edit the details of Hotel,Catering,Vendors and events</a:t>
            </a:r>
          </a:p>
          <a:p>
            <a:pPr marL="285750" indent="-285750">
              <a:buFont typeface="Arial" pitchFamily="34" charset="0"/>
              <a:buChar char="•"/>
            </a:pPr>
            <a:r>
              <a:rPr lang="en-IN" smtClean="0"/>
              <a:t>The </a:t>
            </a:r>
            <a:r>
              <a:rPr lang="en-IN" dirty="0" smtClean="0"/>
              <a:t>admin can download the excel sheet </a:t>
            </a:r>
            <a:r>
              <a:rPr lang="en-IN" smtClean="0"/>
              <a:t>for booking details from the database</a:t>
            </a:r>
            <a:endParaRPr lang="en-IN" dirty="0" smtClean="0"/>
          </a:p>
        </p:txBody>
      </p:sp>
      <p:sp>
        <p:nvSpPr>
          <p:cNvPr id="5" name="TextBox 4"/>
          <p:cNvSpPr txBox="1"/>
          <p:nvPr/>
        </p:nvSpPr>
        <p:spPr>
          <a:xfrm>
            <a:off x="402376" y="1400725"/>
            <a:ext cx="8569462" cy="646331"/>
          </a:xfrm>
          <a:prstGeom prst="rect">
            <a:avLst/>
          </a:prstGeom>
          <a:noFill/>
        </p:spPr>
        <p:txBody>
          <a:bodyPr wrap="none" rtlCol="0">
            <a:spAutoFit/>
          </a:bodyPr>
          <a:lstStyle/>
          <a:p>
            <a:r>
              <a:rPr lang="en-IN" sz="3600" b="1" smtClean="0"/>
              <a:t>ADMIN SIDE (admin,subadmin,superadmin)</a:t>
            </a:r>
            <a:endParaRPr lang="en-IN" sz="3600" b="1" dirty="0"/>
          </a:p>
        </p:txBody>
      </p:sp>
    </p:spTree>
    <p:extLst>
      <p:ext uri="{BB962C8B-B14F-4D97-AF65-F5344CB8AC3E}">
        <p14:creationId xmlns:p14="http://schemas.microsoft.com/office/powerpoint/2010/main" val="29339200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290400" y="3304950"/>
            <a:ext cx="8686800" cy="1095600"/>
          </a:xfrm>
        </p:spPr>
        <p:txBody>
          <a:bodyPr>
            <a:noAutofit/>
          </a:bodyPr>
          <a:lstStyle/>
          <a:p>
            <a:pPr lvl="0" algn="ctr">
              <a:lnSpc>
                <a:spcPct val="80000"/>
              </a:lnSpc>
              <a:spcBef>
                <a:spcPts val="0"/>
              </a:spcBef>
            </a:pPr>
            <a:r>
              <a:rPr lang="en-US" sz="7200" dirty="0" smtClean="0">
                <a:ln>
                  <a:gradFill>
                    <a:gsLst>
                      <a:gs pos="0">
                        <a:prstClr val="white"/>
                      </a:gs>
                      <a:gs pos="50000">
                        <a:prstClr val="white">
                          <a:lumMod val="75000"/>
                        </a:prstClr>
                      </a:gs>
                    </a:gsLst>
                    <a:lin ang="5400000" scaled="0"/>
                  </a:gradFill>
                </a:ln>
                <a:gradFill>
                  <a:gsLst>
                    <a:gs pos="11000">
                      <a:prstClr val="white">
                        <a:lumMod val="75000"/>
                      </a:prstClr>
                    </a:gs>
                    <a:gs pos="91000">
                      <a:prstClr val="white"/>
                    </a:gs>
                  </a:gsLst>
                  <a:lin ang="16200000" scaled="1"/>
                </a:gradFill>
              </a:rPr>
              <a:t>Screen shots</a:t>
            </a:r>
            <a:r>
              <a:rPr lang="en-US" sz="7200" dirty="0">
                <a:ln>
                  <a:gradFill>
                    <a:gsLst>
                      <a:gs pos="0">
                        <a:prstClr val="white"/>
                      </a:gs>
                      <a:gs pos="50000">
                        <a:prstClr val="white">
                          <a:lumMod val="75000"/>
                        </a:prstClr>
                      </a:gs>
                    </a:gsLst>
                    <a:lin ang="5400000" scaled="0"/>
                  </a:gradFill>
                </a:ln>
                <a:gradFill>
                  <a:gsLst>
                    <a:gs pos="11000">
                      <a:prstClr val="white">
                        <a:lumMod val="75000"/>
                      </a:prstClr>
                    </a:gs>
                    <a:gs pos="91000">
                      <a:prstClr val="white"/>
                    </a:gs>
                  </a:gsLst>
                  <a:lin ang="16200000" scaled="1"/>
                </a:gradFill>
              </a:rPr>
              <a:t/>
            </a:r>
            <a:br>
              <a:rPr lang="en-US" sz="7200" dirty="0">
                <a:ln>
                  <a:gradFill>
                    <a:gsLst>
                      <a:gs pos="0">
                        <a:prstClr val="white"/>
                      </a:gs>
                      <a:gs pos="50000">
                        <a:prstClr val="white">
                          <a:lumMod val="75000"/>
                        </a:prstClr>
                      </a:gs>
                    </a:gsLst>
                    <a:lin ang="5400000" scaled="0"/>
                  </a:gradFill>
                </a:ln>
                <a:gradFill>
                  <a:gsLst>
                    <a:gs pos="11000">
                      <a:prstClr val="white">
                        <a:lumMod val="75000"/>
                      </a:prstClr>
                    </a:gs>
                    <a:gs pos="91000">
                      <a:prstClr val="white"/>
                    </a:gs>
                  </a:gsLst>
                  <a:lin ang="16200000" scaled="1"/>
                </a:gradFill>
              </a:rPr>
            </a:br>
            <a:endParaRPr lang="en-US" sz="4000" dirty="0"/>
          </a:p>
        </p:txBody>
      </p:sp>
      <p:sp>
        <p:nvSpPr>
          <p:cNvPr id="6" name="Text Placeholder 5"/>
          <p:cNvSpPr>
            <a:spLocks noGrp="1"/>
          </p:cNvSpPr>
          <p:nvPr>
            <p:ph type="body" idx="1"/>
          </p:nvPr>
        </p:nvSpPr>
        <p:spPr>
          <a:xfrm>
            <a:off x="297600" y="2286000"/>
            <a:ext cx="8694000" cy="639762"/>
          </a:xfrm>
        </p:spPr>
        <p:txBody>
          <a:bodyPr/>
          <a:lstStyle/>
          <a:p>
            <a:pPr lvl="0">
              <a:lnSpc>
                <a:spcPct val="80000"/>
              </a:lnSpc>
              <a:spcBef>
                <a:spcPts val="0"/>
              </a:spcBef>
            </a:pPr>
            <a:r>
              <a:rPr lang="en-US" sz="3600" dirty="0" smtClean="0"/>
              <a:t> </a:t>
            </a:r>
            <a:endParaRPr lang="en-US" sz="3600" dirty="0"/>
          </a:p>
        </p:txBody>
      </p:sp>
    </p:spTree>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9512" y="430424"/>
            <a:ext cx="8743400" cy="498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60457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blob:https://web.whatsapp.com/a93cbc12-e4d1-4103-af1b-bd1661c82917"/>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362"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88882" y="836712"/>
            <a:ext cx="8792724"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5837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7602" y="404664"/>
            <a:ext cx="8973436" cy="4842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99020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73860" y="908720"/>
            <a:ext cx="8505994" cy="461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67200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51520" y="548680"/>
            <a:ext cx="8535020" cy="4578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88665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95536" y="611673"/>
            <a:ext cx="8352928" cy="4689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52433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9512" y="476672"/>
            <a:ext cx="8784599" cy="4665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51261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6064" y="548680"/>
            <a:ext cx="8913923"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4761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7504" y="620688"/>
            <a:ext cx="8908057" cy="4713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4064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51520" y="580084"/>
            <a:ext cx="8712838" cy="4649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32382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3528" y="692696"/>
            <a:ext cx="8413927" cy="4461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28681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692696"/>
            <a:ext cx="9038984"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38556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6525" y="1282010"/>
            <a:ext cx="8870950" cy="429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39206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3528" y="1340768"/>
            <a:ext cx="8522222" cy="3683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60932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638" y="204788"/>
            <a:ext cx="5038725" cy="644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57658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9512" y="1700808"/>
            <a:ext cx="8840892" cy="259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15231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627784" y="116632"/>
            <a:ext cx="2880320"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55749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59997" y="2309971"/>
            <a:ext cx="4572000" cy="830997"/>
          </a:xfrm>
          <a:prstGeom prst="rect">
            <a:avLst/>
          </a:prstGeom>
        </p:spPr>
        <p:txBody>
          <a:bodyPr>
            <a:spAutoFit/>
          </a:bodyPr>
          <a:lstStyle/>
          <a:p>
            <a:pPr algn="ctr"/>
            <a:r>
              <a:rPr lang="en-US" sz="4800" smtClean="0"/>
              <a:t>THANK YOU</a:t>
            </a:r>
            <a:endParaRPr lang="en-US" sz="4800"/>
          </a:p>
        </p:txBody>
      </p:sp>
    </p:spTree>
    <p:extLst>
      <p:ext uri="{BB962C8B-B14F-4D97-AF65-F5344CB8AC3E}">
        <p14:creationId xmlns:p14="http://schemas.microsoft.com/office/powerpoint/2010/main" val="229225430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2"/>
</p:tagLst>
</file>

<file path=ppt/tags/tag2.xml><?xml version="1.0" encoding="utf-8"?>
<p:tagLst xmlns:a="http://schemas.openxmlformats.org/drawingml/2006/main" xmlns:r="http://schemas.openxmlformats.org/officeDocument/2006/relationships" xmlns:p="http://schemas.openxmlformats.org/presentationml/2006/main">
  <p:tag name="DVSECTIONID" val="C09QH3iDYSZce3zG7lU8ci"/>
</p:tagLst>
</file>

<file path=ppt/theme/theme1.xml><?xml version="1.0" encoding="utf-8"?>
<a:theme xmlns:a="http://schemas.openxmlformats.org/drawingml/2006/main" name="Introducing PowerPoint 2010">
  <a:themeElements>
    <a:clrScheme name="Fresh">
      <a:dk1>
        <a:srgbClr val="262626"/>
      </a:dk1>
      <a:lt1>
        <a:sysClr val="window" lastClr="FFFFFF"/>
      </a:lt1>
      <a:dk2>
        <a:srgbClr val="595959"/>
      </a:dk2>
      <a:lt2>
        <a:srgbClr val="EEECE1"/>
      </a:lt2>
      <a:accent1>
        <a:srgbClr val="F4891E"/>
      </a:accent1>
      <a:accent2>
        <a:srgbClr val="7BCF27"/>
      </a:accent2>
      <a:accent3>
        <a:srgbClr val="9BBB59"/>
      </a:accent3>
      <a:accent4>
        <a:srgbClr val="00B0F0"/>
      </a:accent4>
      <a:accent5>
        <a:srgbClr val="4BACC6"/>
      </a:accent5>
      <a:accent6>
        <a:srgbClr val="F79646"/>
      </a:accent6>
      <a:hlink>
        <a:srgbClr val="00B0F0"/>
      </a:hlink>
      <a:folHlink>
        <a:srgbClr val="F489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IntroducingPowerPoint2010</Template>
  <TotalTime>0</TotalTime>
  <Words>442</Words>
  <Application>Microsoft Office PowerPoint</Application>
  <PresentationFormat>On-screen Show (4:3)</PresentationFormat>
  <Paragraphs>96</Paragraphs>
  <Slides>30</Slides>
  <Notes>10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Introducing PowerPoint 2010</vt:lpstr>
      <vt:lpstr>EXQUISITE  EVENT PLANNER BY GANAPATHY SUBRAMANIAN AND SAAIRAAM</vt:lpstr>
      <vt:lpstr>PowerPoint Presentation</vt:lpstr>
      <vt:lpstr>Features of our Project</vt:lpstr>
      <vt:lpstr>Getting Started with Templates</vt:lpstr>
      <vt:lpstr>PowerPoint Presentation</vt:lpstr>
      <vt:lpstr>TECHNOLOGIES USED </vt:lpstr>
      <vt:lpstr>TASKS GIVEN</vt:lpstr>
      <vt:lpstr>PowerPoint Presentation</vt:lpstr>
      <vt:lpstr>FINAL RESULT</vt:lpstr>
      <vt:lpstr>THE TASKS WE HAVE DONE!</vt:lpstr>
      <vt:lpstr>THE TASKS WE HAVE DONE!</vt:lpstr>
      <vt:lpstr>Screen shots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2021-12-19T16:20:17Z</dcterms:created>
  <dcterms:modified xsi:type="dcterms:W3CDTF">2021-12-20T09:33:43Z</dcterms:modified>
</cp:coreProperties>
</file>